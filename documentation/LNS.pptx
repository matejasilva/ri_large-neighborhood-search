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1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1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3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10.xml" ContentType="application/vnd.openxmlformats-officedocument.theme+xml"/>
  <Override PartName="/ppt/theme/theme5.xml" ContentType="application/vnd.openxmlformats-officedocument.theme+xml"/>
  <Override PartName="/ppt/theme/theme11.xml" ContentType="application/vnd.openxmlformats-officedocument.theme+xml"/>
  <Override PartName="/ppt/theme/theme6.xml" ContentType="application/vnd.openxmlformats-officedocument.theme+xml"/>
  <Override PartName="/ppt/theme/theme12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notesSlides/_rels/notesSlide9.xml.rels" ContentType="application/vnd.openxmlformats-package.relationships+xml"/>
  <Override PartName="/ppt/notesSlides/_rels/notesSlide6.xml.rels" ContentType="application/vnd.openxmlformats-package.relationships+xml"/>
  <Override PartName="/ppt/notesSlides/_rels/notesSlide8.xml.rels" ContentType="application/vnd.openxmlformats-package.relationships+xml"/>
  <Override PartName="/ppt/notesSlides/_rels/notesSlide2.xml.rels" ContentType="application/vnd.openxmlformats-package.relationships+xml"/>
  <Override PartName="/ppt/notesSlides/_rels/notesSlide7.xml.rels" ContentType="application/vnd.openxmlformats-package.relationships+xml"/>
  <Override PartName="/ppt/notesSlides/_rels/notesSlide1.xml.rels" ContentType="application/vnd.openxmlformats-package.relationships+xml"/>
  <Override PartName="/ppt/notesSlides/_rels/notesSlide5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3.xml.rels" ContentType="application/vnd.openxmlformats-package.relationships+xml"/>
  <Override PartName="/ppt/notesSlides/_rels/notesSlide4.xml.rels" ContentType="application/vnd.openxmlformats-package.relationship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_rels/presentation.xml.rels" ContentType="application/vnd.openxmlformats-package.relationships+xml"/>
  <Override PartName="/ppt/media/image9.png" ContentType="image/png"/>
  <Override PartName="/ppt/media/image14.png" ContentType="image/png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10.png" ContentType="image/png"/>
  <Override PartName="/ppt/media/image6.png" ContentType="image/png"/>
  <Override PartName="/ppt/media/image11.png" ContentType="image/png"/>
  <Override PartName="/ppt/media/image7.png" ContentType="image/png"/>
  <Override PartName="/ppt/media/image12.png" ContentType="image/png"/>
  <Override PartName="/ppt/media/image8.png" ContentType="image/png"/>
  <Override PartName="/ppt/media/image13.png" ContentType="image/png"/>
  <Override PartName="/ppt/slideLayouts/_rels/slideLayout1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0.xml.rels" ContentType="application/vnd.openxmlformats-package.relationships+xml"/>
  <Override PartName="/ppt/slideLayouts/_rels/slideLayout113.xml.rels" ContentType="application/vnd.openxmlformats-package.relationships+xml"/>
  <Override PartName="/ppt/slideLayouts/_rels/slideLayout109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126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32.xml.rels" ContentType="application/vnd.openxmlformats-package.relationships+xml"/>
  <Override PartName="/ppt/slideLayouts/_rels/slideLayout104.xml.rels" ContentType="application/vnd.openxmlformats-package.relationships+xml"/>
  <Override PartName="/ppt/slideLayouts/_rels/slideLayout52.xml.rels" ContentType="application/vnd.openxmlformats-package.relationships+xml"/>
  <Override PartName="/ppt/slideLayouts/_rels/slideLayout105.xml.rels" ContentType="application/vnd.openxmlformats-package.relationships+xml"/>
  <Override PartName="/ppt/slideLayouts/_rels/slideLayout53.xml.rels" ContentType="application/vnd.openxmlformats-package.relationships+xml"/>
  <Override PartName="/ppt/slideLayouts/_rels/slideLayout83.xml.rels" ContentType="application/vnd.openxmlformats-package.relationships+xml"/>
  <Override PartName="/ppt/slideLayouts/_rels/slideLayout79.xml.rels" ContentType="application/vnd.openxmlformats-package.relationships+xml"/>
  <Override PartName="/ppt/slideLayouts/_rels/slideLayout30.xml.rels" ContentType="application/vnd.openxmlformats-package.relationships+xml"/>
  <Override PartName="/ppt/slideLayouts/_rels/slideLayout46.xml.rels" ContentType="application/vnd.openxmlformats-package.relationships+xml"/>
  <Override PartName="/ppt/slideLayouts/_rels/slideLayout90.xml.rels" ContentType="application/vnd.openxmlformats-package.relationships+xml"/>
  <Override PartName="/ppt/slideLayouts/_rels/slideLayout112.xml.rels" ContentType="application/vnd.openxmlformats-package.relationships+xml"/>
  <Override PartName="/ppt/slideLayouts/_rels/slideLayout34.xml.rels" ContentType="application/vnd.openxmlformats-package.relationships+xml"/>
  <Override PartName="/ppt/slideLayouts/_rels/slideLayout50.xml.rels" ContentType="application/vnd.openxmlformats-package.relationships+xml"/>
  <Override PartName="/ppt/slideLayouts/_rels/slideLayout108.xml.rels" ContentType="application/vnd.openxmlformats-package.relationships+xml"/>
  <Override PartName="/ppt/slideLayouts/_rels/slideLayout99.xml.rels" ContentType="application/vnd.openxmlformats-package.relationships+xml"/>
  <Override PartName="/ppt/slideLayouts/_rels/slideLayout41.xml.rels" ContentType="application/vnd.openxmlformats-package.relationships+xml"/>
  <Override PartName="/ppt/slideLayouts/_rels/slideLayout56.xml.rels" ContentType="application/vnd.openxmlformats-package.relationships+xml"/>
  <Override PartName="/ppt/slideLayouts/_rels/slideLayout60.xml.rels" ContentType="application/vnd.openxmlformats-package.relationships+xml"/>
  <Override PartName="/ppt/slideLayouts/_rels/slideLayout118.xml.rels" ContentType="application/vnd.openxmlformats-package.relationships+xml"/>
  <Override PartName="/ppt/slideLayouts/_rels/slideLayout66.xml.rels" ContentType="application/vnd.openxmlformats-package.relationships+xml"/>
  <Override PartName="/ppt/slideLayouts/_rels/slideLayout95.xml.rels" ContentType="application/vnd.openxmlformats-package.relationships+xml"/>
  <Override PartName="/ppt/slideLayouts/_rels/slideLayout6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77.xml.rels" ContentType="application/vnd.openxmlformats-package.relationships+xml"/>
  <Override PartName="/ppt/slideLayouts/_rels/slideLayout49.xml.rels" ContentType="application/vnd.openxmlformats-package.relationships+xml"/>
  <Override PartName="/ppt/slideLayouts/_rels/slideLayout93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127.xml.rels" ContentType="application/vnd.openxmlformats-package.relationships+xml"/>
  <Override PartName="/ppt/slideLayouts/_rels/slideLayout89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65.xml.rels" ContentType="application/vnd.openxmlformats-package.relationships+xml"/>
  <Override PartName="/ppt/slideLayouts/_rels/slideLayout58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15.xml.rels" ContentType="application/vnd.openxmlformats-package.relationships+xml"/>
  <Override PartName="/ppt/slideLayouts/_rels/slideLayout122.xml.rels" ContentType="application/vnd.openxmlformats-package.relationships+xml"/>
  <Override PartName="/ppt/slideLayouts/_rels/slideLayout84.xml.rels" ContentType="application/vnd.openxmlformats-package.relationships+xml"/>
  <Override PartName="/ppt/slideLayouts/_rels/slideLayout31.xml.rels" ContentType="application/vnd.openxmlformats-package.relationships+xml"/>
  <Override PartName="/ppt/slideLayouts/_rels/slideLayout123.xml.rels" ContentType="application/vnd.openxmlformats-package.relationships+xml"/>
  <Override PartName="/ppt/slideLayouts/_rels/slideLayout45.xml.rels" ContentType="application/vnd.openxmlformats-package.relationships+xml"/>
  <Override PartName="/ppt/slideLayouts/_rels/slideLayout82.xml.rels" ContentType="application/vnd.openxmlformats-package.relationships+xml"/>
  <Override PartName="/ppt/slideLayouts/_rels/slideLayout38.xml.rels" ContentType="application/vnd.openxmlformats-package.relationships+xml"/>
  <Override PartName="/ppt/slideLayouts/_rels/slideLayout131.xml.rels" ContentType="application/vnd.openxmlformats-package.relationships+xml"/>
  <Override PartName="/ppt/slideLayouts/_rels/slideLayout59.xml.rels" ContentType="application/vnd.openxmlformats-package.relationships+xml"/>
  <Override PartName="/ppt/slideLayouts/_rels/slideLayout85.xml.rels" ContentType="application/vnd.openxmlformats-package.relationships+xml"/>
  <Override PartName="/ppt/slideLayouts/_rels/slideLayout32.xml.rels" ContentType="application/vnd.openxmlformats-package.relationships+xml"/>
  <Override PartName="/ppt/slideLayouts/_rels/slideLayout91.xml.rels" ContentType="application/vnd.openxmlformats-package.relationships+xml"/>
  <Override PartName="/ppt/slideLayouts/_rels/slideLayout47.xml.rels" ContentType="application/vnd.openxmlformats-package.relationships+xml"/>
  <Override PartName="/ppt/slideLayouts/_rels/slideLayout54.xml.rels" ContentType="application/vnd.openxmlformats-package.relationships+xml"/>
  <Override PartName="/ppt/slideLayouts/_rels/slideLayout12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128.xml.rels" ContentType="application/vnd.openxmlformats-package.relationships+xml"/>
  <Override PartName="/ppt/slideLayouts/_rels/slideLayout121.xml.rels" ContentType="application/vnd.openxmlformats-package.relationships+xml"/>
  <Override PartName="/ppt/slideLayouts/_rels/slideLayout130.xml.rels" ContentType="application/vnd.openxmlformats-package.relationships+xml"/>
  <Override PartName="/ppt/slideLayouts/_rels/slideLayout4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11.xml.rels" ContentType="application/vnd.openxmlformats-package.relationships+xml"/>
  <Override PartName="/ppt/slideLayouts/_rels/slideLayout125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43.xml.rels" ContentType="application/vnd.openxmlformats-package.relationships+xml"/>
  <Override PartName="/ppt/slideLayouts/_rels/slideLayout96.xml.rels" ContentType="application/vnd.openxmlformats-package.relationships+xml"/>
  <Override PartName="/ppt/slideLayouts/_rels/slideLayout124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57.xml.rels" ContentType="application/vnd.openxmlformats-package.relationships+xml"/>
  <Override PartName="/ppt/slideLayouts/_rels/slideLayout61.xml.rels" ContentType="application/vnd.openxmlformats-package.relationships+xml"/>
  <Override PartName="/ppt/slideLayouts/_rels/slideLayout51.xml.rels" ContentType="application/vnd.openxmlformats-package.relationships+xml"/>
  <Override PartName="/ppt/slideLayouts/_rels/slideLayout35.xml.rels" ContentType="application/vnd.openxmlformats-package.relationships+xml"/>
  <Override PartName="/ppt/slideLayouts/_rels/slideLayout42.xml.rels" ContentType="application/vnd.openxmlformats-package.relationships+xml"/>
  <Override PartName="/ppt/slideLayouts/_rels/slideLayout92.xml.rels" ContentType="application/vnd.openxmlformats-package.relationships+xml"/>
  <Override PartName="/ppt/slideLayouts/_rels/slideLayout48.xml.rels" ContentType="application/vnd.openxmlformats-package.relationships+xml"/>
  <Override PartName="/ppt/slideLayouts/_rels/slideLayout55.xml.rels" ContentType="application/vnd.openxmlformats-package.relationships+xml"/>
  <Override PartName="/ppt/slideLayouts/_rels/slideLayout40.xml.rels" ContentType="application/vnd.openxmlformats-package.relationships+xml"/>
  <Override PartName="/ppt/slideLayouts/_rels/slideLayout39.xml.rels" ContentType="application/vnd.openxmlformats-package.relationships+xml"/>
  <Override PartName="/ppt/slideLayouts/_rels/slideLayout33.xml.rels" ContentType="application/vnd.openxmlformats-package.relationships+xml"/>
  <Override PartName="/ppt/slideLayouts/_rels/slideLayout29.xml.rels" ContentType="application/vnd.openxmlformats-package.relationships+xml"/>
  <Override PartName="/ppt/slideLayouts/_rels/slideLayout119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16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36.xml.rels" ContentType="application/vnd.openxmlformats-package.relationships+xml"/>
  <Override PartName="/ppt/slideLayouts/_rels/slideLayout80.xml.rels" ContentType="application/vnd.openxmlformats-package.relationships+xml"/>
  <Override PartName="/ppt/slideLayouts/_rels/slideLayout97.xml.rels" ContentType="application/vnd.openxmlformats-package.relationships+xml"/>
  <Override PartName="/ppt/slideLayouts/_rels/slideLayout106.xml.rels" ContentType="application/vnd.openxmlformats-package.relationships+xml"/>
  <Override PartName="/ppt/slideLayouts/_rels/slideLayout117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37.xml.rels" ContentType="application/vnd.openxmlformats-package.relationships+xml"/>
  <Override PartName="/ppt/slideLayouts/_rels/slideLayout81.xml.rels" ContentType="application/vnd.openxmlformats-package.relationships+xml"/>
  <Override PartName="/ppt/slideLayouts/_rels/slideLayout98.xml.rels" ContentType="application/vnd.openxmlformats-package.relationships+xml"/>
  <Override PartName="/ppt/slideLayouts/_rels/slideLayout107.xml.rels" ContentType="application/vnd.openxmlformats-package.relationships+xml"/>
  <Override PartName="/ppt/slideLayouts/_rels/slideLayout129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70.xml.rels" ContentType="application/vnd.openxmlformats-package.relationships+xml"/>
  <Override PartName="/ppt/slideLayouts/_rels/slideLayout26.xml.rels" ContentType="application/vnd.openxmlformats-package.relationships+xml"/>
  <Override PartName="/ppt/slideLayouts/_rels/slideLayout94.xml.rels" ContentType="application/vnd.openxmlformats-package.relationships+xml"/>
  <Override PartName="/ppt/slideLayouts/_rels/slideLayout62.xml.rels" ContentType="application/vnd.openxmlformats-package.relationships+xml"/>
  <Override PartName="/ppt/slideLayouts/_rels/slideLayout63.xml.rels" ContentType="application/vnd.openxmlformats-package.relationships+xml"/>
  <Override PartName="/ppt/slideLayouts/_rels/slideLayout67.xml.rels" ContentType="application/vnd.openxmlformats-package.relationships+xml"/>
  <Override PartName="/ppt/slideLayouts/_rels/slideLayout71.xml.rels" ContentType="application/vnd.openxmlformats-package.relationships+xml"/>
  <Override PartName="/ppt/slideLayouts/_rels/slideLayout68.xml.rels" ContentType="application/vnd.openxmlformats-package.relationships+xml"/>
  <Override PartName="/ppt/slideLayouts/_rels/slideLayout72.xml.rels" ContentType="application/vnd.openxmlformats-package.relationships+xml"/>
  <Override PartName="/ppt/slideLayouts/_rels/slideLayout69.xml.rels" ContentType="application/vnd.openxmlformats-package.relationships+xml"/>
  <Override PartName="/ppt/slideLayouts/_rels/slideLayout73.xml.rels" ContentType="application/vnd.openxmlformats-package.relationships+xml"/>
  <Override PartName="/ppt/slideLayouts/_rels/slideLayout74.xml.rels" ContentType="application/vnd.openxmlformats-package.relationships+xml"/>
  <Override PartName="/ppt/slideLayouts/_rels/slideLayout75.xml.rels" ContentType="application/vnd.openxmlformats-package.relationships+xml"/>
  <Override PartName="/ppt/slideLayouts/_rels/slideLayout76.xml.rels" ContentType="application/vnd.openxmlformats-package.relationships+xml"/>
  <Override PartName="/ppt/slideLayouts/_rels/slideLayout78.xml.rels" ContentType="application/vnd.openxmlformats-package.relationships+xml"/>
  <Override PartName="/ppt/slideLayouts/_rels/slideLayout86.xml.rels" ContentType="application/vnd.openxmlformats-package.relationships+xml"/>
  <Override PartName="/ppt/slideLayouts/_rels/slideLayout87.xml.rels" ContentType="application/vnd.openxmlformats-package.relationships+xml"/>
  <Override PartName="/ppt/slideLayouts/_rels/slideLayout88.xml.rels" ContentType="application/vnd.openxmlformats-package.relationships+xml"/>
  <Override PartName="/ppt/slideLayouts/_rels/slideLayout27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8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00.xml.rels" ContentType="application/vnd.openxmlformats-package.relationships+xml"/>
  <Override PartName="/ppt/slideLayouts/_rels/slideLayout101.xml.rels" ContentType="application/vnd.openxmlformats-package.relationships+xml"/>
  <Override PartName="/ppt/slideLayouts/_rels/slideLayout102.xml.rels" ContentType="application/vnd.openxmlformats-package.relationships+xml"/>
  <Override PartName="/ppt/slideLayouts/_rels/slideLayout103.xml.rels" ContentType="application/vnd.openxmlformats-package.relationships+xml"/>
  <Override PartName="/ppt/slideLayouts/slideLayout124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presProps.xml" ContentType="application/vnd.openxmlformats-officedocument.presentationml.presPro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  <p:sldMasterId id="2147483674" r:id="rId4"/>
    <p:sldMasterId id="2147483687" r:id="rId5"/>
    <p:sldMasterId id="2147483700" r:id="rId6"/>
    <p:sldMasterId id="2147483713" r:id="rId7"/>
    <p:sldMasterId id="2147483726" r:id="rId8"/>
    <p:sldMasterId id="2147483739" r:id="rId9"/>
    <p:sldMasterId id="2147483752" r:id="rId10"/>
    <p:sldMasterId id="2147483765" r:id="rId11"/>
    <p:sldMasterId id="2147483778" r:id="rId12"/>
  </p:sldMasterIdLst>
  <p:notesMasterIdLst>
    <p:notesMasterId r:id="rId13"/>
  </p:notesMasterIdLst>
  <p:sldIdLst>
    <p:sldId id="256" r:id="rId14"/>
    <p:sldId id="257" r:id="rId15"/>
    <p:sldId id="258" r:id="rId16"/>
    <p:sldId id="259" r:id="rId17"/>
    <p:sldId id="260" r:id="rId18"/>
    <p:sldId id="261" r:id="rId19"/>
    <p:sldId id="262" r:id="rId20"/>
    <p:sldId id="263" r:id="rId21"/>
    <p:sldId id="264" r:id="rId22"/>
    <p:sldId id="265" r:id="rId23"/>
  </p:sldIdLst>
  <p:sldSz cx="14630400" cy="8229600"/>
  <p:notesSz cx="8229600" cy="14630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notesMaster" Target="notesMasters/notesMaster1.xml"/><Relationship Id="rId14" Type="http://schemas.openxmlformats.org/officeDocument/2006/relationships/slide" Target="slides/slide1.xml"/><Relationship Id="rId15" Type="http://schemas.openxmlformats.org/officeDocument/2006/relationships/slide" Target="slides/slide2.xml"/><Relationship Id="rId16" Type="http://schemas.openxmlformats.org/officeDocument/2006/relationships/slide" Target="slides/slide3.xml"/><Relationship Id="rId17" Type="http://schemas.openxmlformats.org/officeDocument/2006/relationships/slide" Target="slides/slide4.xml"/><Relationship Id="rId18" Type="http://schemas.openxmlformats.org/officeDocument/2006/relationships/slide" Target="slides/slide5.xml"/><Relationship Id="rId19" Type="http://schemas.openxmlformats.org/officeDocument/2006/relationships/slide" Target="slides/slide6.xml"/><Relationship Id="rId20" Type="http://schemas.openxmlformats.org/officeDocument/2006/relationships/slide" Target="slides/slide7.xml"/><Relationship Id="rId21" Type="http://schemas.openxmlformats.org/officeDocument/2006/relationships/slide" Target="slides/slide8.xml"/><Relationship Id="rId22" Type="http://schemas.openxmlformats.org/officeDocument/2006/relationships/slide" Target="slides/slide9.xml"/><Relationship Id="rId23" Type="http://schemas.openxmlformats.org/officeDocument/2006/relationships/slide" Target="slides/slide10.xml"/><Relationship Id="rId24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PlaceHolder 1"/>
          <p:cNvSpPr>
            <a:spLocks noGrp="1"/>
          </p:cNvSpPr>
          <p:nvPr>
            <p:ph type="sldImg"/>
          </p:nvPr>
        </p:nvSpPr>
        <p:spPr>
          <a:xfrm>
            <a:off x="235080" y="1111680"/>
            <a:ext cx="7758720" cy="548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8730" spc="-1" strike="noStrike">
                <a:latin typeface="Arial"/>
              </a:rPr>
              <a:t>Click to move the slide</a:t>
            </a:r>
            <a:endParaRPr b="0" lang="en-US" sz="8730" spc="-1" strike="noStrike">
              <a:latin typeface="Arial"/>
            </a:endParaRPr>
          </a:p>
        </p:txBody>
      </p:sp>
      <p:sp>
        <p:nvSpPr>
          <p:cNvPr id="452" name="PlaceHolder 2"/>
          <p:cNvSpPr>
            <a:spLocks noGrp="1"/>
          </p:cNvSpPr>
          <p:nvPr>
            <p:ph type="body"/>
          </p:nvPr>
        </p:nvSpPr>
        <p:spPr>
          <a:xfrm>
            <a:off x="822960" y="6949080"/>
            <a:ext cx="6583320" cy="6583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3840" spc="-1" strike="noStrike">
                <a:latin typeface="Arial"/>
              </a:rPr>
              <a:t>Click to edit the notes format</a:t>
            </a:r>
            <a:endParaRPr b="0" lang="en-US" sz="3840" spc="-1" strike="noStrike">
              <a:latin typeface="Arial"/>
            </a:endParaRPr>
          </a:p>
        </p:txBody>
      </p:sp>
      <p:sp>
        <p:nvSpPr>
          <p:cNvPr id="45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571200" cy="73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400" spc="-1" strike="noStrike">
                <a:latin typeface="Times New Roman"/>
              </a:rPr>
              <a:t>&lt;header&gt;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54" name="PlaceHolder 4"/>
          <p:cNvSpPr>
            <a:spLocks noGrp="1"/>
          </p:cNvSpPr>
          <p:nvPr>
            <p:ph type="dt" idx="4"/>
          </p:nvPr>
        </p:nvSpPr>
        <p:spPr>
          <a:xfrm>
            <a:off x="4657680" y="0"/>
            <a:ext cx="3571200" cy="73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r">
              <a:buNone/>
            </a:pPr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55" name="PlaceHolder 5"/>
          <p:cNvSpPr>
            <a:spLocks noGrp="1"/>
          </p:cNvSpPr>
          <p:nvPr>
            <p:ph type="ftr" idx="5"/>
          </p:nvPr>
        </p:nvSpPr>
        <p:spPr>
          <a:xfrm>
            <a:off x="0" y="13898880"/>
            <a:ext cx="3571200" cy="73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56" name="PlaceHolder 6"/>
          <p:cNvSpPr>
            <a:spLocks noGrp="1"/>
          </p:cNvSpPr>
          <p:nvPr>
            <p:ph type="sldNum" idx="6"/>
          </p:nvPr>
        </p:nvSpPr>
        <p:spPr>
          <a:xfrm>
            <a:off x="4657680" y="13898880"/>
            <a:ext cx="3571200" cy="73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80CB12CF-FA43-460B-8201-9EC6EF3ED060}" type="slidenum">
              <a:rPr b="0" lang="en-US" sz="1400" spc="-1" strike="noStrike">
                <a:latin typeface="Times New Roman"/>
              </a:rPr>
              <a:t>&lt;number&gt;</a:t>
            </a:fld>
            <a:endParaRPr b="0" lang="en-US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9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US" sz="3840" spc="-1" strike="noStrike">
              <a:latin typeface="Arial"/>
            </a:endParaRPr>
          </a:p>
        </p:txBody>
      </p:sp>
      <p:sp>
        <p:nvSpPr>
          <p:cNvPr id="497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D3AA72AF-57CD-4F99-AC4F-541AED40003C}" type="slidenum">
              <a:rPr b="0" lang="en-US" sz="1200" spc="-1" strike="noStrike">
                <a:latin typeface="Times New Roman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9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US" sz="3840" spc="-1" strike="noStrike">
              <a:latin typeface="Arial"/>
            </a:endParaRPr>
          </a:p>
        </p:txBody>
      </p:sp>
      <p:sp>
        <p:nvSpPr>
          <p:cNvPr id="500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34913198-D07B-4911-84DC-BDA2C2B0077F}" type="slidenum">
              <a:rPr b="0" lang="en-US" sz="1200" spc="-1" strike="noStrike">
                <a:latin typeface="Times New Roman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0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US" sz="3840" spc="-1" strike="noStrike">
              <a:latin typeface="Arial"/>
            </a:endParaRPr>
          </a:p>
        </p:txBody>
      </p:sp>
      <p:sp>
        <p:nvSpPr>
          <p:cNvPr id="503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526A55BA-2F86-4C19-8964-61E24A2C82C2}" type="slidenum">
              <a:rPr b="0" lang="en-US" sz="1200" spc="-1" strike="noStrike">
                <a:latin typeface="Times New Roman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0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US" sz="3840" spc="-1" strike="noStrike">
              <a:latin typeface="Arial"/>
            </a:endParaRPr>
          </a:p>
        </p:txBody>
      </p:sp>
      <p:sp>
        <p:nvSpPr>
          <p:cNvPr id="506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B125F268-B027-459B-B83C-C4BDA2A4B4C5}" type="slidenum">
              <a:rPr b="0" lang="en-US" sz="1200" spc="-1" strike="noStrike">
                <a:latin typeface="Times New Roman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0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US" sz="3840" spc="-1" strike="noStrike">
              <a:latin typeface="Arial"/>
            </a:endParaRPr>
          </a:p>
        </p:txBody>
      </p:sp>
      <p:sp>
        <p:nvSpPr>
          <p:cNvPr id="509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6BFED62A-ED2F-4EDF-B7B3-96E812D47A69}" type="slidenum">
              <a:rPr b="0" lang="en-US" sz="1200" spc="-1" strike="noStrike">
                <a:latin typeface="Times New Roman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1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US" sz="3840" spc="-1" strike="noStrike">
              <a:latin typeface="Arial"/>
            </a:endParaRPr>
          </a:p>
        </p:txBody>
      </p:sp>
      <p:sp>
        <p:nvSpPr>
          <p:cNvPr id="512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FAE5770D-0A15-4A10-B7DA-2AA9C38CBC89}" type="slidenum">
              <a:rPr b="0" lang="en-US" sz="1200" spc="-1" strike="noStrike">
                <a:latin typeface="Times New Roman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1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US" sz="3840" spc="-1" strike="noStrike">
              <a:latin typeface="Arial"/>
            </a:endParaRPr>
          </a:p>
        </p:txBody>
      </p:sp>
      <p:sp>
        <p:nvSpPr>
          <p:cNvPr id="515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2D557513-C013-488B-9763-8417CA6742A3}" type="slidenum">
              <a:rPr b="0" lang="en-US" sz="1200" spc="-1" strike="noStrike">
                <a:latin typeface="Times New Roman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1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US" sz="3840" spc="-1" strike="noStrike">
              <a:latin typeface="Arial"/>
            </a:endParaRPr>
          </a:p>
        </p:txBody>
      </p:sp>
      <p:sp>
        <p:nvSpPr>
          <p:cNvPr id="518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0DE7BFE7-5EF5-45C2-BB16-11B78C7621E7}" type="slidenum">
              <a:rPr b="0" lang="en-US" sz="1200" spc="-1" strike="noStrike">
                <a:latin typeface="Times New Roman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2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US" sz="3840" spc="-1" strike="noStrike">
              <a:latin typeface="Arial"/>
            </a:endParaRPr>
          </a:p>
        </p:txBody>
      </p:sp>
      <p:sp>
        <p:nvSpPr>
          <p:cNvPr id="521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AA58945F-5394-450B-B941-C334415CD94A}" type="slidenum">
              <a:rPr b="0" lang="en-US" sz="1200" spc="-1" strike="noStrike">
                <a:latin typeface="Times New Roman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2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US" sz="3840" spc="-1" strike="noStrike">
              <a:latin typeface="Arial"/>
            </a:endParaRPr>
          </a:p>
        </p:txBody>
      </p:sp>
      <p:sp>
        <p:nvSpPr>
          <p:cNvPr id="524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49236678-7044-46DC-90F7-EEA7EC9B959E}" type="slidenum">
              <a:rPr b="0" lang="en-US" sz="1200" spc="-1" strike="noStrike">
                <a:latin typeface="Times New Roman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3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3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7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7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7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7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7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7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8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8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8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8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9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9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731520" y="32796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8730" spc="-1" strike="noStrike"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731520" y="192528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731520" y="32796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8730" spc="-1" strike="noStrike"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731520" y="192528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4640" spc="-1" strike="noStrike"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731520" y="32796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8730" spc="-1" strike="noStrike"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731520" y="1925280"/>
            <a:ext cx="642528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4640" spc="-1" strike="noStrike"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7478280" y="1925280"/>
            <a:ext cx="642528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4640" spc="-1" strike="noStrike"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731520" y="32796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8730" spc="-1" strike="noStrike"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731520" y="327960"/>
            <a:ext cx="13167000" cy="636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731520" y="32796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8730" spc="-1" strike="noStrike"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731520" y="192528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4640" spc="-1" strike="noStrike"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7478280" y="1925280"/>
            <a:ext cx="642528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4640" spc="-1" strike="noStrike"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731520" y="441828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4640" spc="-1" strike="noStrike"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731520" y="32796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8730" spc="-1" strike="noStrike"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731520" y="1925280"/>
            <a:ext cx="642528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4640" spc="-1" strike="noStrike"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7478280" y="192528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4640" spc="-1" strike="noStrike"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7478280" y="441828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4640" spc="-1" strike="noStrike"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731520" y="32796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8730" spc="-1" strike="noStrike"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731520" y="192528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4640" spc="-1" strike="noStrike"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7478280" y="192528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4640" spc="-1" strike="noStrike"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731520" y="4418280"/>
            <a:ext cx="1316700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4640" spc="-1" strike="noStrike"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731520" y="32796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873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731520" y="1925280"/>
            <a:ext cx="1316700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464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731520" y="4418280"/>
            <a:ext cx="1316700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4640" spc="-1" strike="noStrike"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731520" y="32796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8730" spc="-1" strike="noStrike"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731520" y="192528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4640" spc="-1" strike="noStrike"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7478280" y="192528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4640" spc="-1" strike="noStrike"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731520" y="441828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4640" spc="-1" strike="noStrike"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7478280" y="441828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4640" spc="-1" strike="noStrike"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731520" y="32796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8730" spc="-1" strike="noStrike"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731520" y="192528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4640" spc="-1" strike="noStrike"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5183280" y="192528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4640" spc="-1" strike="noStrike"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9635040" y="192528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4640" spc="-1" strike="noStrike"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731520" y="441828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4640" spc="-1" strike="noStrike"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5183280" y="441828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4640" spc="-1" strike="noStrike"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9635040" y="441828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4640" spc="-1" strike="noStrike">
              <a:latin typeface="Arial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731520" y="32796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8730" spc="-1" strike="noStrike"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subTitle"/>
          </p:nvPr>
        </p:nvSpPr>
        <p:spPr>
          <a:xfrm>
            <a:off x="731520" y="192528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731520" y="32796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8730" spc="-1" strike="noStrike">
              <a:latin typeface="Arial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/>
          </p:nvPr>
        </p:nvSpPr>
        <p:spPr>
          <a:xfrm>
            <a:off x="731520" y="192528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4640" spc="-1" strike="noStrike">
              <a:latin typeface="Arial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731520" y="32796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8730" spc="-1" strike="noStrike">
              <a:latin typeface="Arial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/>
          </p:nvPr>
        </p:nvSpPr>
        <p:spPr>
          <a:xfrm>
            <a:off x="731520" y="1925280"/>
            <a:ext cx="642528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4640" spc="-1" strike="noStrike">
              <a:latin typeface="Arial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/>
          </p:nvPr>
        </p:nvSpPr>
        <p:spPr>
          <a:xfrm>
            <a:off x="7478280" y="1925280"/>
            <a:ext cx="642528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4640" spc="-1" strike="noStrike">
              <a:latin typeface="Arial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731520" y="32796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8730" spc="-1" strike="noStrike">
              <a:latin typeface="Arial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subTitle"/>
          </p:nvPr>
        </p:nvSpPr>
        <p:spPr>
          <a:xfrm>
            <a:off x="731520" y="327960"/>
            <a:ext cx="13167000" cy="636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731520" y="32796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8730" spc="-1" strike="noStrike"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/>
          </p:nvPr>
        </p:nvSpPr>
        <p:spPr>
          <a:xfrm>
            <a:off x="731520" y="192528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4640" spc="-1" strike="noStrike">
              <a:latin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/>
          </p:nvPr>
        </p:nvSpPr>
        <p:spPr>
          <a:xfrm>
            <a:off x="7478280" y="1925280"/>
            <a:ext cx="642528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4640" spc="-1" strike="noStrike">
              <a:latin typeface="Arial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/>
          </p:nvPr>
        </p:nvSpPr>
        <p:spPr>
          <a:xfrm>
            <a:off x="731520" y="441828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4640" spc="-1" strike="noStrike">
              <a:latin typeface="Arial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731520" y="32796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8730" spc="-1" strike="noStrike"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/>
          </p:nvPr>
        </p:nvSpPr>
        <p:spPr>
          <a:xfrm>
            <a:off x="731520" y="1925280"/>
            <a:ext cx="642528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4640" spc="-1" strike="noStrike">
              <a:latin typeface="Arial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/>
          </p:nvPr>
        </p:nvSpPr>
        <p:spPr>
          <a:xfrm>
            <a:off x="7478280" y="192528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4640" spc="-1" strike="noStrike">
              <a:latin typeface="Arial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/>
          </p:nvPr>
        </p:nvSpPr>
        <p:spPr>
          <a:xfrm>
            <a:off x="7478280" y="441828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4640" spc="-1" strike="noStrike">
              <a:latin typeface="Arial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731520" y="32796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8730" spc="-1" strike="noStrike"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/>
          </p:nvPr>
        </p:nvSpPr>
        <p:spPr>
          <a:xfrm>
            <a:off x="731520" y="192528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4640" spc="-1" strike="noStrike">
              <a:latin typeface="Arial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/>
          </p:nvPr>
        </p:nvSpPr>
        <p:spPr>
          <a:xfrm>
            <a:off x="7478280" y="192528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4640" spc="-1" strike="noStrike">
              <a:latin typeface="Arial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/>
          </p:nvPr>
        </p:nvSpPr>
        <p:spPr>
          <a:xfrm>
            <a:off x="731520" y="4418280"/>
            <a:ext cx="1316700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4640" spc="-1" strike="noStrike">
              <a:latin typeface="Arial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731520" y="32796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8730" spc="-1" strike="noStrike">
              <a:latin typeface="Arial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731520" y="1925280"/>
            <a:ext cx="1316700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4640" spc="-1" strike="noStrike">
              <a:latin typeface="Arial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731520" y="4418280"/>
            <a:ext cx="1316700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4640" spc="-1" strike="noStrike">
              <a:latin typeface="Arial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731520" y="32796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8730" spc="-1" strike="noStrike">
              <a:latin typeface="Arial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/>
          </p:nvPr>
        </p:nvSpPr>
        <p:spPr>
          <a:xfrm>
            <a:off x="731520" y="192528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4640" spc="-1" strike="noStrike">
              <a:latin typeface="Arial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/>
          </p:nvPr>
        </p:nvSpPr>
        <p:spPr>
          <a:xfrm>
            <a:off x="7478280" y="192528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4640" spc="-1" strike="noStrike">
              <a:latin typeface="Arial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/>
          </p:nvPr>
        </p:nvSpPr>
        <p:spPr>
          <a:xfrm>
            <a:off x="731520" y="441828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4640" spc="-1" strike="noStrike">
              <a:latin typeface="Arial"/>
            </a:endParaRPr>
          </a:p>
        </p:txBody>
      </p:sp>
      <p:sp>
        <p:nvSpPr>
          <p:cNvPr id="74" name="PlaceHolder 5"/>
          <p:cNvSpPr>
            <a:spLocks noGrp="1"/>
          </p:cNvSpPr>
          <p:nvPr>
            <p:ph/>
          </p:nvPr>
        </p:nvSpPr>
        <p:spPr>
          <a:xfrm>
            <a:off x="7478280" y="441828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4640" spc="-1" strike="noStrike">
              <a:latin typeface="Arial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731520" y="32796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8730" spc="-1" strike="noStrike">
              <a:latin typeface="Arial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731520" y="192528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4640" spc="-1" strike="noStrike">
              <a:latin typeface="Arial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5183280" y="192528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4640" spc="-1" strike="noStrike">
              <a:latin typeface="Arial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9635040" y="192528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4640" spc="-1" strike="noStrike">
              <a:latin typeface="Arial"/>
            </a:endParaRPr>
          </a:p>
        </p:txBody>
      </p:sp>
      <p:sp>
        <p:nvSpPr>
          <p:cNvPr id="79" name="PlaceHolder 5"/>
          <p:cNvSpPr>
            <a:spLocks noGrp="1"/>
          </p:cNvSpPr>
          <p:nvPr>
            <p:ph/>
          </p:nvPr>
        </p:nvSpPr>
        <p:spPr>
          <a:xfrm>
            <a:off x="731520" y="441828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4640" spc="-1" strike="noStrike">
              <a:latin typeface="Arial"/>
            </a:endParaRPr>
          </a:p>
        </p:txBody>
      </p:sp>
      <p:sp>
        <p:nvSpPr>
          <p:cNvPr id="80" name="PlaceHolder 6"/>
          <p:cNvSpPr>
            <a:spLocks noGrp="1"/>
          </p:cNvSpPr>
          <p:nvPr>
            <p:ph/>
          </p:nvPr>
        </p:nvSpPr>
        <p:spPr>
          <a:xfrm>
            <a:off x="5183280" y="441828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4640" spc="-1" strike="noStrike">
              <a:latin typeface="Arial"/>
            </a:endParaRPr>
          </a:p>
        </p:txBody>
      </p:sp>
      <p:sp>
        <p:nvSpPr>
          <p:cNvPr id="81" name="PlaceHolder 7"/>
          <p:cNvSpPr>
            <a:spLocks noGrp="1"/>
          </p:cNvSpPr>
          <p:nvPr>
            <p:ph/>
          </p:nvPr>
        </p:nvSpPr>
        <p:spPr>
          <a:xfrm>
            <a:off x="9635040" y="441828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4640" spc="-1" strike="noStrike">
              <a:latin typeface="Arial"/>
            </a:endParaRP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731520" y="32796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8730" spc="-1" strike="noStrike">
              <a:latin typeface="Arial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 type="subTitle"/>
          </p:nvPr>
        </p:nvSpPr>
        <p:spPr>
          <a:xfrm>
            <a:off x="731520" y="192528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731520" y="32796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8730" spc="-1" strike="noStrike">
              <a:latin typeface="Arial"/>
            </a:endParaRPr>
          </a:p>
        </p:txBody>
      </p:sp>
      <p:sp>
        <p:nvSpPr>
          <p:cNvPr id="90" name="PlaceHolder 2"/>
          <p:cNvSpPr>
            <a:spLocks noGrp="1"/>
          </p:cNvSpPr>
          <p:nvPr>
            <p:ph/>
          </p:nvPr>
        </p:nvSpPr>
        <p:spPr>
          <a:xfrm>
            <a:off x="731520" y="192528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4640" spc="-1" strike="noStrike">
              <a:latin typeface="Arial"/>
            </a:endParaRPr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731520" y="32796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8730" spc="-1" strike="noStrike">
              <a:latin typeface="Arial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/>
          </p:nvPr>
        </p:nvSpPr>
        <p:spPr>
          <a:xfrm>
            <a:off x="731520" y="1925280"/>
            <a:ext cx="642528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4640" spc="-1" strike="noStrike">
              <a:latin typeface="Arial"/>
            </a:endParaRPr>
          </a:p>
        </p:txBody>
      </p:sp>
      <p:sp>
        <p:nvSpPr>
          <p:cNvPr id="93" name="PlaceHolder 3"/>
          <p:cNvSpPr>
            <a:spLocks noGrp="1"/>
          </p:cNvSpPr>
          <p:nvPr>
            <p:ph/>
          </p:nvPr>
        </p:nvSpPr>
        <p:spPr>
          <a:xfrm>
            <a:off x="7478280" y="1925280"/>
            <a:ext cx="642528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4640" spc="-1" strike="noStrike">
              <a:latin typeface="Arial"/>
            </a:endParaRPr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731520" y="32796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8730" spc="-1" strike="noStrike">
              <a:latin typeface="Arial"/>
            </a:endParaRPr>
          </a:p>
        </p:txBody>
      </p: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subTitle"/>
          </p:nvPr>
        </p:nvSpPr>
        <p:spPr>
          <a:xfrm>
            <a:off x="731520" y="327960"/>
            <a:ext cx="13167000" cy="636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731520" y="32796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8730" spc="-1" strike="noStrike">
              <a:latin typeface="Arial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731520" y="192528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4640" spc="-1" strike="noStrike">
              <a:latin typeface="Arial"/>
            </a:endParaRPr>
          </a:p>
        </p:txBody>
      </p:sp>
      <p:sp>
        <p:nvSpPr>
          <p:cNvPr id="98" name="PlaceHolder 3"/>
          <p:cNvSpPr>
            <a:spLocks noGrp="1"/>
          </p:cNvSpPr>
          <p:nvPr>
            <p:ph/>
          </p:nvPr>
        </p:nvSpPr>
        <p:spPr>
          <a:xfrm>
            <a:off x="7478280" y="1925280"/>
            <a:ext cx="642528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4640" spc="-1" strike="noStrike">
              <a:latin typeface="Arial"/>
            </a:endParaRPr>
          </a:p>
        </p:txBody>
      </p:sp>
      <p:sp>
        <p:nvSpPr>
          <p:cNvPr id="99" name="PlaceHolder 4"/>
          <p:cNvSpPr>
            <a:spLocks noGrp="1"/>
          </p:cNvSpPr>
          <p:nvPr>
            <p:ph/>
          </p:nvPr>
        </p:nvSpPr>
        <p:spPr>
          <a:xfrm>
            <a:off x="731520" y="441828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4640" spc="-1" strike="noStrike">
              <a:latin typeface="Arial"/>
            </a:endParaRPr>
          </a:p>
        </p:txBody>
      </p:sp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731520" y="32796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8730" spc="-1" strike="noStrike">
              <a:latin typeface="Arial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731520" y="1925280"/>
            <a:ext cx="642528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4640" spc="-1" strike="noStrike">
              <a:latin typeface="Arial"/>
            </a:endParaRPr>
          </a:p>
        </p:txBody>
      </p:sp>
      <p:sp>
        <p:nvSpPr>
          <p:cNvPr id="102" name="PlaceHolder 3"/>
          <p:cNvSpPr>
            <a:spLocks noGrp="1"/>
          </p:cNvSpPr>
          <p:nvPr>
            <p:ph/>
          </p:nvPr>
        </p:nvSpPr>
        <p:spPr>
          <a:xfrm>
            <a:off x="7478280" y="192528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4640" spc="-1" strike="noStrike">
              <a:latin typeface="Arial"/>
            </a:endParaRPr>
          </a:p>
        </p:txBody>
      </p:sp>
      <p:sp>
        <p:nvSpPr>
          <p:cNvPr id="103" name="PlaceHolder 4"/>
          <p:cNvSpPr>
            <a:spLocks noGrp="1"/>
          </p:cNvSpPr>
          <p:nvPr>
            <p:ph/>
          </p:nvPr>
        </p:nvSpPr>
        <p:spPr>
          <a:xfrm>
            <a:off x="7478280" y="441828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4640" spc="-1" strike="noStrike">
              <a:latin typeface="Arial"/>
            </a:endParaRPr>
          </a:p>
        </p:txBody>
      </p:sp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731520" y="32796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8730" spc="-1" strike="noStrike">
              <a:latin typeface="Arial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/>
          </p:nvPr>
        </p:nvSpPr>
        <p:spPr>
          <a:xfrm>
            <a:off x="731520" y="192528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4640" spc="-1" strike="noStrike">
              <a:latin typeface="Arial"/>
            </a:endParaRPr>
          </a:p>
        </p:txBody>
      </p:sp>
      <p:sp>
        <p:nvSpPr>
          <p:cNvPr id="106" name="PlaceHolder 3"/>
          <p:cNvSpPr>
            <a:spLocks noGrp="1"/>
          </p:cNvSpPr>
          <p:nvPr>
            <p:ph/>
          </p:nvPr>
        </p:nvSpPr>
        <p:spPr>
          <a:xfrm>
            <a:off x="7478280" y="192528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4640" spc="-1" strike="noStrike">
              <a:latin typeface="Arial"/>
            </a:endParaRPr>
          </a:p>
        </p:txBody>
      </p:sp>
      <p:sp>
        <p:nvSpPr>
          <p:cNvPr id="107" name="PlaceHolder 4"/>
          <p:cNvSpPr>
            <a:spLocks noGrp="1"/>
          </p:cNvSpPr>
          <p:nvPr>
            <p:ph/>
          </p:nvPr>
        </p:nvSpPr>
        <p:spPr>
          <a:xfrm>
            <a:off x="731520" y="4418280"/>
            <a:ext cx="1316700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4640" spc="-1" strike="noStrike">
              <a:latin typeface="Arial"/>
            </a:endParaRPr>
          </a:p>
        </p:txBody>
      </p:sp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731520" y="32796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8730" spc="-1" strike="noStrike">
              <a:latin typeface="Arial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/>
          </p:nvPr>
        </p:nvSpPr>
        <p:spPr>
          <a:xfrm>
            <a:off x="731520" y="1925280"/>
            <a:ext cx="1316700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4640" spc="-1" strike="noStrike">
              <a:latin typeface="Arial"/>
            </a:endParaRPr>
          </a:p>
        </p:txBody>
      </p:sp>
      <p:sp>
        <p:nvSpPr>
          <p:cNvPr id="110" name="PlaceHolder 3"/>
          <p:cNvSpPr>
            <a:spLocks noGrp="1"/>
          </p:cNvSpPr>
          <p:nvPr>
            <p:ph/>
          </p:nvPr>
        </p:nvSpPr>
        <p:spPr>
          <a:xfrm>
            <a:off x="731520" y="4418280"/>
            <a:ext cx="1316700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4640" spc="-1" strike="noStrike">
              <a:latin typeface="Arial"/>
            </a:endParaRPr>
          </a:p>
        </p:txBody>
      </p:sp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731520" y="32796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8730" spc="-1" strike="noStrike">
              <a:latin typeface="Arial"/>
            </a:endParaRPr>
          </a:p>
        </p:txBody>
      </p:sp>
      <p:sp>
        <p:nvSpPr>
          <p:cNvPr id="112" name="PlaceHolder 2"/>
          <p:cNvSpPr>
            <a:spLocks noGrp="1"/>
          </p:cNvSpPr>
          <p:nvPr>
            <p:ph/>
          </p:nvPr>
        </p:nvSpPr>
        <p:spPr>
          <a:xfrm>
            <a:off x="731520" y="192528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4640" spc="-1" strike="noStrike">
              <a:latin typeface="Arial"/>
            </a:endParaRPr>
          </a:p>
        </p:txBody>
      </p:sp>
      <p:sp>
        <p:nvSpPr>
          <p:cNvPr id="113" name="PlaceHolder 3"/>
          <p:cNvSpPr>
            <a:spLocks noGrp="1"/>
          </p:cNvSpPr>
          <p:nvPr>
            <p:ph/>
          </p:nvPr>
        </p:nvSpPr>
        <p:spPr>
          <a:xfrm>
            <a:off x="7478280" y="192528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4640" spc="-1" strike="noStrike">
              <a:latin typeface="Arial"/>
            </a:endParaRPr>
          </a:p>
        </p:txBody>
      </p:sp>
      <p:sp>
        <p:nvSpPr>
          <p:cNvPr id="114" name="PlaceHolder 4"/>
          <p:cNvSpPr>
            <a:spLocks noGrp="1"/>
          </p:cNvSpPr>
          <p:nvPr>
            <p:ph/>
          </p:nvPr>
        </p:nvSpPr>
        <p:spPr>
          <a:xfrm>
            <a:off x="731520" y="441828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4640" spc="-1" strike="noStrike">
              <a:latin typeface="Arial"/>
            </a:endParaRPr>
          </a:p>
        </p:txBody>
      </p:sp>
      <p:sp>
        <p:nvSpPr>
          <p:cNvPr id="115" name="PlaceHolder 5"/>
          <p:cNvSpPr>
            <a:spLocks noGrp="1"/>
          </p:cNvSpPr>
          <p:nvPr>
            <p:ph/>
          </p:nvPr>
        </p:nvSpPr>
        <p:spPr>
          <a:xfrm>
            <a:off x="7478280" y="441828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4640" spc="-1" strike="noStrike">
              <a:latin typeface="Arial"/>
            </a:endParaRPr>
          </a:p>
        </p:txBody>
      </p:sp>
    </p:spTree>
  </p:cSld>
</p:sldLayout>
</file>

<file path=ppt/slideLayouts/slideLayout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laceHolder 1"/>
          <p:cNvSpPr>
            <a:spLocks noGrp="1"/>
          </p:cNvSpPr>
          <p:nvPr>
            <p:ph type="title"/>
          </p:nvPr>
        </p:nvSpPr>
        <p:spPr>
          <a:xfrm>
            <a:off x="731520" y="32796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8730" spc="-1" strike="noStrike">
              <a:latin typeface="Arial"/>
            </a:endParaRPr>
          </a:p>
        </p:txBody>
      </p:sp>
      <p:sp>
        <p:nvSpPr>
          <p:cNvPr id="117" name="PlaceHolder 2"/>
          <p:cNvSpPr>
            <a:spLocks noGrp="1"/>
          </p:cNvSpPr>
          <p:nvPr>
            <p:ph/>
          </p:nvPr>
        </p:nvSpPr>
        <p:spPr>
          <a:xfrm>
            <a:off x="731520" y="192528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4640" spc="-1" strike="noStrike">
              <a:latin typeface="Arial"/>
            </a:endParaRPr>
          </a:p>
        </p:txBody>
      </p:sp>
      <p:sp>
        <p:nvSpPr>
          <p:cNvPr id="118" name="PlaceHolder 3"/>
          <p:cNvSpPr>
            <a:spLocks noGrp="1"/>
          </p:cNvSpPr>
          <p:nvPr>
            <p:ph/>
          </p:nvPr>
        </p:nvSpPr>
        <p:spPr>
          <a:xfrm>
            <a:off x="5183280" y="192528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4640" spc="-1" strike="noStrike">
              <a:latin typeface="Arial"/>
            </a:endParaRPr>
          </a:p>
        </p:txBody>
      </p:sp>
      <p:sp>
        <p:nvSpPr>
          <p:cNvPr id="119" name="PlaceHolder 4"/>
          <p:cNvSpPr>
            <a:spLocks noGrp="1"/>
          </p:cNvSpPr>
          <p:nvPr>
            <p:ph/>
          </p:nvPr>
        </p:nvSpPr>
        <p:spPr>
          <a:xfrm>
            <a:off x="9635040" y="192528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4640" spc="-1" strike="noStrike">
              <a:latin typeface="Arial"/>
            </a:endParaRPr>
          </a:p>
        </p:txBody>
      </p:sp>
      <p:sp>
        <p:nvSpPr>
          <p:cNvPr id="120" name="PlaceHolder 5"/>
          <p:cNvSpPr>
            <a:spLocks noGrp="1"/>
          </p:cNvSpPr>
          <p:nvPr>
            <p:ph/>
          </p:nvPr>
        </p:nvSpPr>
        <p:spPr>
          <a:xfrm>
            <a:off x="731520" y="441828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4640" spc="-1" strike="noStrike">
              <a:latin typeface="Arial"/>
            </a:endParaRPr>
          </a:p>
        </p:txBody>
      </p:sp>
      <p:sp>
        <p:nvSpPr>
          <p:cNvPr id="121" name="PlaceHolder 6"/>
          <p:cNvSpPr>
            <a:spLocks noGrp="1"/>
          </p:cNvSpPr>
          <p:nvPr>
            <p:ph/>
          </p:nvPr>
        </p:nvSpPr>
        <p:spPr>
          <a:xfrm>
            <a:off x="5183280" y="441828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4640" spc="-1" strike="noStrike">
              <a:latin typeface="Arial"/>
            </a:endParaRPr>
          </a:p>
        </p:txBody>
      </p:sp>
      <p:sp>
        <p:nvSpPr>
          <p:cNvPr id="122" name="PlaceHolder 7"/>
          <p:cNvSpPr>
            <a:spLocks noGrp="1"/>
          </p:cNvSpPr>
          <p:nvPr>
            <p:ph/>
          </p:nvPr>
        </p:nvSpPr>
        <p:spPr>
          <a:xfrm>
            <a:off x="9635040" y="441828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4640" spc="-1" strike="noStrike">
              <a:latin typeface="Arial"/>
            </a:endParaRPr>
          </a:p>
        </p:txBody>
      </p:sp>
    </p:spTree>
  </p:cSld>
</p:sldLayout>
</file>

<file path=ppt/slideLayouts/slideLayout3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PlaceHolder 1"/>
          <p:cNvSpPr>
            <a:spLocks noGrp="1"/>
          </p:cNvSpPr>
          <p:nvPr>
            <p:ph type="title"/>
          </p:nvPr>
        </p:nvSpPr>
        <p:spPr>
          <a:xfrm>
            <a:off x="731520" y="32796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8730" spc="-1" strike="noStrike">
              <a:latin typeface="Arial"/>
            </a:endParaRPr>
          </a:p>
        </p:txBody>
      </p:sp>
      <p:sp>
        <p:nvSpPr>
          <p:cNvPr id="129" name="PlaceHolder 2"/>
          <p:cNvSpPr>
            <a:spLocks noGrp="1"/>
          </p:cNvSpPr>
          <p:nvPr>
            <p:ph type="subTitle"/>
          </p:nvPr>
        </p:nvSpPr>
        <p:spPr>
          <a:xfrm>
            <a:off x="731520" y="192528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PlaceHolder 1"/>
          <p:cNvSpPr>
            <a:spLocks noGrp="1"/>
          </p:cNvSpPr>
          <p:nvPr>
            <p:ph type="title"/>
          </p:nvPr>
        </p:nvSpPr>
        <p:spPr>
          <a:xfrm>
            <a:off x="731520" y="32796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8730" spc="-1" strike="noStrike">
              <a:latin typeface="Arial"/>
            </a:endParaRPr>
          </a:p>
        </p:txBody>
      </p:sp>
      <p:sp>
        <p:nvSpPr>
          <p:cNvPr id="131" name="PlaceHolder 2"/>
          <p:cNvSpPr>
            <a:spLocks noGrp="1"/>
          </p:cNvSpPr>
          <p:nvPr>
            <p:ph/>
          </p:nvPr>
        </p:nvSpPr>
        <p:spPr>
          <a:xfrm>
            <a:off x="731520" y="192528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4640" spc="-1" strike="noStrike">
              <a:latin typeface="Arial"/>
            </a:endParaRPr>
          </a:p>
        </p:txBody>
      </p:sp>
    </p:spTree>
  </p:cSld>
</p:sldLayout>
</file>

<file path=ppt/slideLayouts/slideLayout4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PlaceHolder 1"/>
          <p:cNvSpPr>
            <a:spLocks noGrp="1"/>
          </p:cNvSpPr>
          <p:nvPr>
            <p:ph type="title"/>
          </p:nvPr>
        </p:nvSpPr>
        <p:spPr>
          <a:xfrm>
            <a:off x="731520" y="32796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8730" spc="-1" strike="noStrike">
              <a:latin typeface="Arial"/>
            </a:endParaRPr>
          </a:p>
        </p:txBody>
      </p:sp>
      <p:sp>
        <p:nvSpPr>
          <p:cNvPr id="133" name="PlaceHolder 2"/>
          <p:cNvSpPr>
            <a:spLocks noGrp="1"/>
          </p:cNvSpPr>
          <p:nvPr>
            <p:ph/>
          </p:nvPr>
        </p:nvSpPr>
        <p:spPr>
          <a:xfrm>
            <a:off x="731520" y="1925280"/>
            <a:ext cx="642528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4640" spc="-1" strike="noStrike">
              <a:latin typeface="Arial"/>
            </a:endParaRPr>
          </a:p>
        </p:txBody>
      </p:sp>
      <p:sp>
        <p:nvSpPr>
          <p:cNvPr id="134" name="PlaceHolder 3"/>
          <p:cNvSpPr>
            <a:spLocks noGrp="1"/>
          </p:cNvSpPr>
          <p:nvPr>
            <p:ph/>
          </p:nvPr>
        </p:nvSpPr>
        <p:spPr>
          <a:xfrm>
            <a:off x="7478280" y="1925280"/>
            <a:ext cx="642528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4640" spc="-1" strike="noStrike">
              <a:latin typeface="Arial"/>
            </a:endParaRPr>
          </a:p>
        </p:txBody>
      </p:sp>
    </p:spTree>
  </p:cSld>
</p:sldLayout>
</file>

<file path=ppt/slideLayouts/slideLayout4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PlaceHolder 1"/>
          <p:cNvSpPr>
            <a:spLocks noGrp="1"/>
          </p:cNvSpPr>
          <p:nvPr>
            <p:ph type="title"/>
          </p:nvPr>
        </p:nvSpPr>
        <p:spPr>
          <a:xfrm>
            <a:off x="731520" y="32796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8730" spc="-1" strike="noStrike">
              <a:latin typeface="Arial"/>
            </a:endParaRPr>
          </a:p>
        </p:txBody>
      </p:sp>
    </p:spTree>
  </p:cSld>
</p:sldLayout>
</file>

<file path=ppt/slideLayouts/slideLayout4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PlaceHolder 1"/>
          <p:cNvSpPr>
            <a:spLocks noGrp="1"/>
          </p:cNvSpPr>
          <p:nvPr>
            <p:ph type="subTitle"/>
          </p:nvPr>
        </p:nvSpPr>
        <p:spPr>
          <a:xfrm>
            <a:off x="731520" y="327960"/>
            <a:ext cx="13167000" cy="636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4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PlaceHolder 1"/>
          <p:cNvSpPr>
            <a:spLocks noGrp="1"/>
          </p:cNvSpPr>
          <p:nvPr>
            <p:ph type="title"/>
          </p:nvPr>
        </p:nvSpPr>
        <p:spPr>
          <a:xfrm>
            <a:off x="731520" y="32796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8730" spc="-1" strike="noStrike">
              <a:latin typeface="Arial"/>
            </a:endParaRPr>
          </a:p>
        </p:txBody>
      </p:sp>
      <p:sp>
        <p:nvSpPr>
          <p:cNvPr id="138" name="PlaceHolder 2"/>
          <p:cNvSpPr>
            <a:spLocks noGrp="1"/>
          </p:cNvSpPr>
          <p:nvPr>
            <p:ph/>
          </p:nvPr>
        </p:nvSpPr>
        <p:spPr>
          <a:xfrm>
            <a:off x="731520" y="192528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4640" spc="-1" strike="noStrike">
              <a:latin typeface="Arial"/>
            </a:endParaRPr>
          </a:p>
        </p:txBody>
      </p:sp>
      <p:sp>
        <p:nvSpPr>
          <p:cNvPr id="139" name="PlaceHolder 3"/>
          <p:cNvSpPr>
            <a:spLocks noGrp="1"/>
          </p:cNvSpPr>
          <p:nvPr>
            <p:ph/>
          </p:nvPr>
        </p:nvSpPr>
        <p:spPr>
          <a:xfrm>
            <a:off x="7478280" y="1925280"/>
            <a:ext cx="642528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4640" spc="-1" strike="noStrike">
              <a:latin typeface="Arial"/>
            </a:endParaRPr>
          </a:p>
        </p:txBody>
      </p:sp>
      <p:sp>
        <p:nvSpPr>
          <p:cNvPr id="140" name="PlaceHolder 4"/>
          <p:cNvSpPr>
            <a:spLocks noGrp="1"/>
          </p:cNvSpPr>
          <p:nvPr>
            <p:ph/>
          </p:nvPr>
        </p:nvSpPr>
        <p:spPr>
          <a:xfrm>
            <a:off x="731520" y="441828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4640" spc="-1" strike="noStrike">
              <a:latin typeface="Arial"/>
            </a:endParaRPr>
          </a:p>
        </p:txBody>
      </p:sp>
    </p:spTree>
  </p:cSld>
</p:sldLayout>
</file>

<file path=ppt/slideLayouts/slideLayout4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PlaceHolder 1"/>
          <p:cNvSpPr>
            <a:spLocks noGrp="1"/>
          </p:cNvSpPr>
          <p:nvPr>
            <p:ph type="title"/>
          </p:nvPr>
        </p:nvSpPr>
        <p:spPr>
          <a:xfrm>
            <a:off x="731520" y="32796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8730" spc="-1" strike="noStrike">
              <a:latin typeface="Arial"/>
            </a:endParaRPr>
          </a:p>
        </p:txBody>
      </p:sp>
      <p:sp>
        <p:nvSpPr>
          <p:cNvPr id="142" name="PlaceHolder 2"/>
          <p:cNvSpPr>
            <a:spLocks noGrp="1"/>
          </p:cNvSpPr>
          <p:nvPr>
            <p:ph/>
          </p:nvPr>
        </p:nvSpPr>
        <p:spPr>
          <a:xfrm>
            <a:off x="731520" y="1925280"/>
            <a:ext cx="642528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4640" spc="-1" strike="noStrike">
              <a:latin typeface="Arial"/>
            </a:endParaRPr>
          </a:p>
        </p:txBody>
      </p:sp>
      <p:sp>
        <p:nvSpPr>
          <p:cNvPr id="143" name="PlaceHolder 3"/>
          <p:cNvSpPr>
            <a:spLocks noGrp="1"/>
          </p:cNvSpPr>
          <p:nvPr>
            <p:ph/>
          </p:nvPr>
        </p:nvSpPr>
        <p:spPr>
          <a:xfrm>
            <a:off x="7478280" y="192528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4640" spc="-1" strike="noStrike">
              <a:latin typeface="Arial"/>
            </a:endParaRPr>
          </a:p>
        </p:txBody>
      </p:sp>
      <p:sp>
        <p:nvSpPr>
          <p:cNvPr id="144" name="PlaceHolder 4"/>
          <p:cNvSpPr>
            <a:spLocks noGrp="1"/>
          </p:cNvSpPr>
          <p:nvPr>
            <p:ph/>
          </p:nvPr>
        </p:nvSpPr>
        <p:spPr>
          <a:xfrm>
            <a:off x="7478280" y="441828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4640" spc="-1" strike="noStrike">
              <a:latin typeface="Arial"/>
            </a:endParaRPr>
          </a:p>
        </p:txBody>
      </p:sp>
    </p:spTree>
  </p:cSld>
</p:sldLayout>
</file>

<file path=ppt/slideLayouts/slideLayout4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PlaceHolder 1"/>
          <p:cNvSpPr>
            <a:spLocks noGrp="1"/>
          </p:cNvSpPr>
          <p:nvPr>
            <p:ph type="title"/>
          </p:nvPr>
        </p:nvSpPr>
        <p:spPr>
          <a:xfrm>
            <a:off x="731520" y="32796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8730" spc="-1" strike="noStrike">
              <a:latin typeface="Arial"/>
            </a:endParaRPr>
          </a:p>
        </p:txBody>
      </p:sp>
      <p:sp>
        <p:nvSpPr>
          <p:cNvPr id="146" name="PlaceHolder 2"/>
          <p:cNvSpPr>
            <a:spLocks noGrp="1"/>
          </p:cNvSpPr>
          <p:nvPr>
            <p:ph/>
          </p:nvPr>
        </p:nvSpPr>
        <p:spPr>
          <a:xfrm>
            <a:off x="731520" y="192528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4640" spc="-1" strike="noStrike">
              <a:latin typeface="Arial"/>
            </a:endParaRPr>
          </a:p>
        </p:txBody>
      </p:sp>
      <p:sp>
        <p:nvSpPr>
          <p:cNvPr id="147" name="PlaceHolder 3"/>
          <p:cNvSpPr>
            <a:spLocks noGrp="1"/>
          </p:cNvSpPr>
          <p:nvPr>
            <p:ph/>
          </p:nvPr>
        </p:nvSpPr>
        <p:spPr>
          <a:xfrm>
            <a:off x="7478280" y="192528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4640" spc="-1" strike="noStrike">
              <a:latin typeface="Arial"/>
            </a:endParaRPr>
          </a:p>
        </p:txBody>
      </p:sp>
      <p:sp>
        <p:nvSpPr>
          <p:cNvPr id="148" name="PlaceHolder 4"/>
          <p:cNvSpPr>
            <a:spLocks noGrp="1"/>
          </p:cNvSpPr>
          <p:nvPr>
            <p:ph/>
          </p:nvPr>
        </p:nvSpPr>
        <p:spPr>
          <a:xfrm>
            <a:off x="731520" y="4418280"/>
            <a:ext cx="1316700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4640" spc="-1" strike="noStrike">
              <a:latin typeface="Arial"/>
            </a:endParaRPr>
          </a:p>
        </p:txBody>
      </p:sp>
    </p:spTree>
  </p:cSld>
</p:sldLayout>
</file>

<file path=ppt/slideLayouts/slideLayout4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PlaceHolder 1"/>
          <p:cNvSpPr>
            <a:spLocks noGrp="1"/>
          </p:cNvSpPr>
          <p:nvPr>
            <p:ph type="title"/>
          </p:nvPr>
        </p:nvSpPr>
        <p:spPr>
          <a:xfrm>
            <a:off x="731520" y="32796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8730" spc="-1" strike="noStrike">
              <a:latin typeface="Arial"/>
            </a:endParaRPr>
          </a:p>
        </p:txBody>
      </p:sp>
      <p:sp>
        <p:nvSpPr>
          <p:cNvPr id="150" name="PlaceHolder 2"/>
          <p:cNvSpPr>
            <a:spLocks noGrp="1"/>
          </p:cNvSpPr>
          <p:nvPr>
            <p:ph/>
          </p:nvPr>
        </p:nvSpPr>
        <p:spPr>
          <a:xfrm>
            <a:off x="731520" y="1925280"/>
            <a:ext cx="1316700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4640" spc="-1" strike="noStrike">
              <a:latin typeface="Arial"/>
            </a:endParaRPr>
          </a:p>
        </p:txBody>
      </p:sp>
      <p:sp>
        <p:nvSpPr>
          <p:cNvPr id="151" name="PlaceHolder 3"/>
          <p:cNvSpPr>
            <a:spLocks noGrp="1"/>
          </p:cNvSpPr>
          <p:nvPr>
            <p:ph/>
          </p:nvPr>
        </p:nvSpPr>
        <p:spPr>
          <a:xfrm>
            <a:off x="731520" y="4418280"/>
            <a:ext cx="1316700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4640" spc="-1" strike="noStrike">
              <a:latin typeface="Arial"/>
            </a:endParaRPr>
          </a:p>
        </p:txBody>
      </p:sp>
    </p:spTree>
  </p:cSld>
</p:sldLayout>
</file>

<file path=ppt/slideLayouts/slideLayout4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PlaceHolder 1"/>
          <p:cNvSpPr>
            <a:spLocks noGrp="1"/>
          </p:cNvSpPr>
          <p:nvPr>
            <p:ph type="title"/>
          </p:nvPr>
        </p:nvSpPr>
        <p:spPr>
          <a:xfrm>
            <a:off x="731520" y="32796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8730" spc="-1" strike="noStrike">
              <a:latin typeface="Arial"/>
            </a:endParaRPr>
          </a:p>
        </p:txBody>
      </p:sp>
      <p:sp>
        <p:nvSpPr>
          <p:cNvPr id="153" name="PlaceHolder 2"/>
          <p:cNvSpPr>
            <a:spLocks noGrp="1"/>
          </p:cNvSpPr>
          <p:nvPr>
            <p:ph/>
          </p:nvPr>
        </p:nvSpPr>
        <p:spPr>
          <a:xfrm>
            <a:off x="731520" y="192528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4640" spc="-1" strike="noStrike">
              <a:latin typeface="Arial"/>
            </a:endParaRPr>
          </a:p>
        </p:txBody>
      </p:sp>
      <p:sp>
        <p:nvSpPr>
          <p:cNvPr id="154" name="PlaceHolder 3"/>
          <p:cNvSpPr>
            <a:spLocks noGrp="1"/>
          </p:cNvSpPr>
          <p:nvPr>
            <p:ph/>
          </p:nvPr>
        </p:nvSpPr>
        <p:spPr>
          <a:xfrm>
            <a:off x="7478280" y="192528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4640" spc="-1" strike="noStrike">
              <a:latin typeface="Arial"/>
            </a:endParaRPr>
          </a:p>
        </p:txBody>
      </p:sp>
      <p:sp>
        <p:nvSpPr>
          <p:cNvPr id="155" name="PlaceHolder 4"/>
          <p:cNvSpPr>
            <a:spLocks noGrp="1"/>
          </p:cNvSpPr>
          <p:nvPr>
            <p:ph/>
          </p:nvPr>
        </p:nvSpPr>
        <p:spPr>
          <a:xfrm>
            <a:off x="731520" y="441828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4640" spc="-1" strike="noStrike">
              <a:latin typeface="Arial"/>
            </a:endParaRPr>
          </a:p>
        </p:txBody>
      </p:sp>
      <p:sp>
        <p:nvSpPr>
          <p:cNvPr id="156" name="PlaceHolder 5"/>
          <p:cNvSpPr>
            <a:spLocks noGrp="1"/>
          </p:cNvSpPr>
          <p:nvPr>
            <p:ph/>
          </p:nvPr>
        </p:nvSpPr>
        <p:spPr>
          <a:xfrm>
            <a:off x="7478280" y="441828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4640" spc="-1" strike="noStrike">
              <a:latin typeface="Arial"/>
            </a:endParaRPr>
          </a:p>
        </p:txBody>
      </p:sp>
    </p:spTree>
  </p:cSld>
</p:sldLayout>
</file>

<file path=ppt/slideLayouts/slideLayout4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PlaceHolder 1"/>
          <p:cNvSpPr>
            <a:spLocks noGrp="1"/>
          </p:cNvSpPr>
          <p:nvPr>
            <p:ph type="title"/>
          </p:nvPr>
        </p:nvSpPr>
        <p:spPr>
          <a:xfrm>
            <a:off x="731520" y="32796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8730" spc="-1" strike="noStrike">
              <a:latin typeface="Arial"/>
            </a:endParaRPr>
          </a:p>
        </p:txBody>
      </p:sp>
      <p:sp>
        <p:nvSpPr>
          <p:cNvPr id="158" name="PlaceHolder 2"/>
          <p:cNvSpPr>
            <a:spLocks noGrp="1"/>
          </p:cNvSpPr>
          <p:nvPr>
            <p:ph/>
          </p:nvPr>
        </p:nvSpPr>
        <p:spPr>
          <a:xfrm>
            <a:off x="731520" y="192528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4640" spc="-1" strike="noStrike">
              <a:latin typeface="Arial"/>
            </a:endParaRPr>
          </a:p>
        </p:txBody>
      </p:sp>
      <p:sp>
        <p:nvSpPr>
          <p:cNvPr id="159" name="PlaceHolder 3"/>
          <p:cNvSpPr>
            <a:spLocks noGrp="1"/>
          </p:cNvSpPr>
          <p:nvPr>
            <p:ph/>
          </p:nvPr>
        </p:nvSpPr>
        <p:spPr>
          <a:xfrm>
            <a:off x="5183280" y="192528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4640" spc="-1" strike="noStrike">
              <a:latin typeface="Arial"/>
            </a:endParaRPr>
          </a:p>
        </p:txBody>
      </p:sp>
      <p:sp>
        <p:nvSpPr>
          <p:cNvPr id="160" name="PlaceHolder 4"/>
          <p:cNvSpPr>
            <a:spLocks noGrp="1"/>
          </p:cNvSpPr>
          <p:nvPr>
            <p:ph/>
          </p:nvPr>
        </p:nvSpPr>
        <p:spPr>
          <a:xfrm>
            <a:off x="9635040" y="192528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4640" spc="-1" strike="noStrike">
              <a:latin typeface="Arial"/>
            </a:endParaRPr>
          </a:p>
        </p:txBody>
      </p:sp>
      <p:sp>
        <p:nvSpPr>
          <p:cNvPr id="161" name="PlaceHolder 5"/>
          <p:cNvSpPr>
            <a:spLocks noGrp="1"/>
          </p:cNvSpPr>
          <p:nvPr>
            <p:ph/>
          </p:nvPr>
        </p:nvSpPr>
        <p:spPr>
          <a:xfrm>
            <a:off x="731520" y="441828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4640" spc="-1" strike="noStrike">
              <a:latin typeface="Arial"/>
            </a:endParaRPr>
          </a:p>
        </p:txBody>
      </p:sp>
      <p:sp>
        <p:nvSpPr>
          <p:cNvPr id="162" name="PlaceHolder 6"/>
          <p:cNvSpPr>
            <a:spLocks noGrp="1"/>
          </p:cNvSpPr>
          <p:nvPr>
            <p:ph/>
          </p:nvPr>
        </p:nvSpPr>
        <p:spPr>
          <a:xfrm>
            <a:off x="5183280" y="441828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4640" spc="-1" strike="noStrike">
              <a:latin typeface="Arial"/>
            </a:endParaRPr>
          </a:p>
        </p:txBody>
      </p:sp>
      <p:sp>
        <p:nvSpPr>
          <p:cNvPr id="163" name="PlaceHolder 7"/>
          <p:cNvSpPr>
            <a:spLocks noGrp="1"/>
          </p:cNvSpPr>
          <p:nvPr>
            <p:ph/>
          </p:nvPr>
        </p:nvSpPr>
        <p:spPr>
          <a:xfrm>
            <a:off x="9635040" y="441828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4640" spc="-1" strike="noStrike">
              <a:latin typeface="Arial"/>
            </a:endParaRPr>
          </a:p>
        </p:txBody>
      </p:sp>
    </p:spTree>
  </p:cSld>
</p:sldLayout>
</file>

<file path=ppt/slideLayouts/slideLayout4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5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PlaceHolder 1"/>
          <p:cNvSpPr>
            <a:spLocks noGrp="1"/>
          </p:cNvSpPr>
          <p:nvPr>
            <p:ph type="title"/>
          </p:nvPr>
        </p:nvSpPr>
        <p:spPr>
          <a:xfrm>
            <a:off x="731520" y="32796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8730" spc="-1" strike="noStrike">
              <a:latin typeface="Arial"/>
            </a:endParaRPr>
          </a:p>
        </p:txBody>
      </p:sp>
      <p:sp>
        <p:nvSpPr>
          <p:cNvPr id="170" name="PlaceHolder 2"/>
          <p:cNvSpPr>
            <a:spLocks noGrp="1"/>
          </p:cNvSpPr>
          <p:nvPr>
            <p:ph type="subTitle"/>
          </p:nvPr>
        </p:nvSpPr>
        <p:spPr>
          <a:xfrm>
            <a:off x="731520" y="192528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5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PlaceHolder 1"/>
          <p:cNvSpPr>
            <a:spLocks noGrp="1"/>
          </p:cNvSpPr>
          <p:nvPr>
            <p:ph type="title"/>
          </p:nvPr>
        </p:nvSpPr>
        <p:spPr>
          <a:xfrm>
            <a:off x="731520" y="32796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8730" spc="-1" strike="noStrike">
              <a:latin typeface="Arial"/>
            </a:endParaRPr>
          </a:p>
        </p:txBody>
      </p:sp>
      <p:sp>
        <p:nvSpPr>
          <p:cNvPr id="172" name="PlaceHolder 2"/>
          <p:cNvSpPr>
            <a:spLocks noGrp="1"/>
          </p:cNvSpPr>
          <p:nvPr>
            <p:ph/>
          </p:nvPr>
        </p:nvSpPr>
        <p:spPr>
          <a:xfrm>
            <a:off x="731520" y="192528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4640" spc="-1" strike="noStrike">
              <a:latin typeface="Arial"/>
            </a:endParaRPr>
          </a:p>
        </p:txBody>
      </p:sp>
    </p:spTree>
  </p:cSld>
</p:sldLayout>
</file>

<file path=ppt/slideLayouts/slideLayout5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PlaceHolder 1"/>
          <p:cNvSpPr>
            <a:spLocks noGrp="1"/>
          </p:cNvSpPr>
          <p:nvPr>
            <p:ph type="title"/>
          </p:nvPr>
        </p:nvSpPr>
        <p:spPr>
          <a:xfrm>
            <a:off x="731520" y="32796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8730" spc="-1" strike="noStrike">
              <a:latin typeface="Arial"/>
            </a:endParaRPr>
          </a:p>
        </p:txBody>
      </p:sp>
      <p:sp>
        <p:nvSpPr>
          <p:cNvPr id="174" name="PlaceHolder 2"/>
          <p:cNvSpPr>
            <a:spLocks noGrp="1"/>
          </p:cNvSpPr>
          <p:nvPr>
            <p:ph/>
          </p:nvPr>
        </p:nvSpPr>
        <p:spPr>
          <a:xfrm>
            <a:off x="731520" y="1925280"/>
            <a:ext cx="642528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4640" spc="-1" strike="noStrike">
              <a:latin typeface="Arial"/>
            </a:endParaRPr>
          </a:p>
        </p:txBody>
      </p:sp>
      <p:sp>
        <p:nvSpPr>
          <p:cNvPr id="175" name="PlaceHolder 3"/>
          <p:cNvSpPr>
            <a:spLocks noGrp="1"/>
          </p:cNvSpPr>
          <p:nvPr>
            <p:ph/>
          </p:nvPr>
        </p:nvSpPr>
        <p:spPr>
          <a:xfrm>
            <a:off x="7478280" y="1925280"/>
            <a:ext cx="642528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4640" spc="-1" strike="noStrike">
              <a:latin typeface="Arial"/>
            </a:endParaRPr>
          </a:p>
        </p:txBody>
      </p:sp>
    </p:spTree>
  </p:cSld>
</p:sldLayout>
</file>

<file path=ppt/slideLayouts/slideLayout5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PlaceHolder 1"/>
          <p:cNvSpPr>
            <a:spLocks noGrp="1"/>
          </p:cNvSpPr>
          <p:nvPr>
            <p:ph type="title"/>
          </p:nvPr>
        </p:nvSpPr>
        <p:spPr>
          <a:xfrm>
            <a:off x="731520" y="32796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8730" spc="-1" strike="noStrike">
              <a:latin typeface="Arial"/>
            </a:endParaRPr>
          </a:p>
        </p:txBody>
      </p:sp>
    </p:spTree>
  </p:cSld>
</p:sldLayout>
</file>

<file path=ppt/slideLayouts/slideLayout5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PlaceHolder 1"/>
          <p:cNvSpPr>
            <a:spLocks noGrp="1"/>
          </p:cNvSpPr>
          <p:nvPr>
            <p:ph type="subTitle"/>
          </p:nvPr>
        </p:nvSpPr>
        <p:spPr>
          <a:xfrm>
            <a:off x="731520" y="327960"/>
            <a:ext cx="13167000" cy="636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5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PlaceHolder 1"/>
          <p:cNvSpPr>
            <a:spLocks noGrp="1"/>
          </p:cNvSpPr>
          <p:nvPr>
            <p:ph type="title"/>
          </p:nvPr>
        </p:nvSpPr>
        <p:spPr>
          <a:xfrm>
            <a:off x="731520" y="32796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8730" spc="-1" strike="noStrike">
              <a:latin typeface="Arial"/>
            </a:endParaRPr>
          </a:p>
        </p:txBody>
      </p:sp>
      <p:sp>
        <p:nvSpPr>
          <p:cNvPr id="179" name="PlaceHolder 2"/>
          <p:cNvSpPr>
            <a:spLocks noGrp="1"/>
          </p:cNvSpPr>
          <p:nvPr>
            <p:ph/>
          </p:nvPr>
        </p:nvSpPr>
        <p:spPr>
          <a:xfrm>
            <a:off x="731520" y="192528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4640" spc="-1" strike="noStrike">
              <a:latin typeface="Arial"/>
            </a:endParaRPr>
          </a:p>
        </p:txBody>
      </p:sp>
      <p:sp>
        <p:nvSpPr>
          <p:cNvPr id="180" name="PlaceHolder 3"/>
          <p:cNvSpPr>
            <a:spLocks noGrp="1"/>
          </p:cNvSpPr>
          <p:nvPr>
            <p:ph/>
          </p:nvPr>
        </p:nvSpPr>
        <p:spPr>
          <a:xfrm>
            <a:off x="7478280" y="1925280"/>
            <a:ext cx="642528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4640" spc="-1" strike="noStrike">
              <a:latin typeface="Arial"/>
            </a:endParaRPr>
          </a:p>
        </p:txBody>
      </p:sp>
      <p:sp>
        <p:nvSpPr>
          <p:cNvPr id="181" name="PlaceHolder 4"/>
          <p:cNvSpPr>
            <a:spLocks noGrp="1"/>
          </p:cNvSpPr>
          <p:nvPr>
            <p:ph/>
          </p:nvPr>
        </p:nvSpPr>
        <p:spPr>
          <a:xfrm>
            <a:off x="731520" y="441828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4640" spc="-1" strike="noStrike">
              <a:latin typeface="Arial"/>
            </a:endParaRPr>
          </a:p>
        </p:txBody>
      </p:sp>
    </p:spTree>
  </p:cSld>
</p:sldLayout>
</file>

<file path=ppt/slideLayouts/slideLayout5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PlaceHolder 1"/>
          <p:cNvSpPr>
            <a:spLocks noGrp="1"/>
          </p:cNvSpPr>
          <p:nvPr>
            <p:ph type="title"/>
          </p:nvPr>
        </p:nvSpPr>
        <p:spPr>
          <a:xfrm>
            <a:off x="731520" y="32796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8730" spc="-1" strike="noStrike">
              <a:latin typeface="Arial"/>
            </a:endParaRPr>
          </a:p>
        </p:txBody>
      </p:sp>
      <p:sp>
        <p:nvSpPr>
          <p:cNvPr id="183" name="PlaceHolder 2"/>
          <p:cNvSpPr>
            <a:spLocks noGrp="1"/>
          </p:cNvSpPr>
          <p:nvPr>
            <p:ph/>
          </p:nvPr>
        </p:nvSpPr>
        <p:spPr>
          <a:xfrm>
            <a:off x="731520" y="1925280"/>
            <a:ext cx="642528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4640" spc="-1" strike="noStrike">
              <a:latin typeface="Arial"/>
            </a:endParaRPr>
          </a:p>
        </p:txBody>
      </p:sp>
      <p:sp>
        <p:nvSpPr>
          <p:cNvPr id="184" name="PlaceHolder 3"/>
          <p:cNvSpPr>
            <a:spLocks noGrp="1"/>
          </p:cNvSpPr>
          <p:nvPr>
            <p:ph/>
          </p:nvPr>
        </p:nvSpPr>
        <p:spPr>
          <a:xfrm>
            <a:off x="7478280" y="192528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4640" spc="-1" strike="noStrike">
              <a:latin typeface="Arial"/>
            </a:endParaRPr>
          </a:p>
        </p:txBody>
      </p:sp>
      <p:sp>
        <p:nvSpPr>
          <p:cNvPr id="185" name="PlaceHolder 4"/>
          <p:cNvSpPr>
            <a:spLocks noGrp="1"/>
          </p:cNvSpPr>
          <p:nvPr>
            <p:ph/>
          </p:nvPr>
        </p:nvSpPr>
        <p:spPr>
          <a:xfrm>
            <a:off x="7478280" y="441828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4640" spc="-1" strike="noStrike">
              <a:latin typeface="Arial"/>
            </a:endParaRPr>
          </a:p>
        </p:txBody>
      </p:sp>
    </p:spTree>
  </p:cSld>
</p:sldLayout>
</file>

<file path=ppt/slideLayouts/slideLayout5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PlaceHolder 1"/>
          <p:cNvSpPr>
            <a:spLocks noGrp="1"/>
          </p:cNvSpPr>
          <p:nvPr>
            <p:ph type="title"/>
          </p:nvPr>
        </p:nvSpPr>
        <p:spPr>
          <a:xfrm>
            <a:off x="731520" y="32796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8730" spc="-1" strike="noStrike">
              <a:latin typeface="Arial"/>
            </a:endParaRPr>
          </a:p>
        </p:txBody>
      </p:sp>
      <p:sp>
        <p:nvSpPr>
          <p:cNvPr id="187" name="PlaceHolder 2"/>
          <p:cNvSpPr>
            <a:spLocks noGrp="1"/>
          </p:cNvSpPr>
          <p:nvPr>
            <p:ph/>
          </p:nvPr>
        </p:nvSpPr>
        <p:spPr>
          <a:xfrm>
            <a:off x="731520" y="192528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4640" spc="-1" strike="noStrike">
              <a:latin typeface="Arial"/>
            </a:endParaRPr>
          </a:p>
        </p:txBody>
      </p:sp>
      <p:sp>
        <p:nvSpPr>
          <p:cNvPr id="188" name="PlaceHolder 3"/>
          <p:cNvSpPr>
            <a:spLocks noGrp="1"/>
          </p:cNvSpPr>
          <p:nvPr>
            <p:ph/>
          </p:nvPr>
        </p:nvSpPr>
        <p:spPr>
          <a:xfrm>
            <a:off x="7478280" y="192528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4640" spc="-1" strike="noStrike">
              <a:latin typeface="Arial"/>
            </a:endParaRPr>
          </a:p>
        </p:txBody>
      </p:sp>
      <p:sp>
        <p:nvSpPr>
          <p:cNvPr id="189" name="PlaceHolder 4"/>
          <p:cNvSpPr>
            <a:spLocks noGrp="1"/>
          </p:cNvSpPr>
          <p:nvPr>
            <p:ph/>
          </p:nvPr>
        </p:nvSpPr>
        <p:spPr>
          <a:xfrm>
            <a:off x="731520" y="4418280"/>
            <a:ext cx="1316700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4640" spc="-1" strike="noStrike">
              <a:latin typeface="Arial"/>
            </a:endParaRPr>
          </a:p>
        </p:txBody>
      </p:sp>
    </p:spTree>
  </p:cSld>
</p:sldLayout>
</file>

<file path=ppt/slideLayouts/slideLayout5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PlaceHolder 1"/>
          <p:cNvSpPr>
            <a:spLocks noGrp="1"/>
          </p:cNvSpPr>
          <p:nvPr>
            <p:ph type="title"/>
          </p:nvPr>
        </p:nvSpPr>
        <p:spPr>
          <a:xfrm>
            <a:off x="731520" y="32796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8730" spc="-1" strike="noStrike">
              <a:latin typeface="Arial"/>
            </a:endParaRPr>
          </a:p>
        </p:txBody>
      </p:sp>
      <p:sp>
        <p:nvSpPr>
          <p:cNvPr id="191" name="PlaceHolder 2"/>
          <p:cNvSpPr>
            <a:spLocks noGrp="1"/>
          </p:cNvSpPr>
          <p:nvPr>
            <p:ph/>
          </p:nvPr>
        </p:nvSpPr>
        <p:spPr>
          <a:xfrm>
            <a:off x="731520" y="1925280"/>
            <a:ext cx="1316700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4640" spc="-1" strike="noStrike">
              <a:latin typeface="Arial"/>
            </a:endParaRPr>
          </a:p>
        </p:txBody>
      </p:sp>
      <p:sp>
        <p:nvSpPr>
          <p:cNvPr id="192" name="PlaceHolder 3"/>
          <p:cNvSpPr>
            <a:spLocks noGrp="1"/>
          </p:cNvSpPr>
          <p:nvPr>
            <p:ph/>
          </p:nvPr>
        </p:nvSpPr>
        <p:spPr>
          <a:xfrm>
            <a:off x="731520" y="4418280"/>
            <a:ext cx="1316700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4640" spc="-1" strike="noStrike">
              <a:latin typeface="Arial"/>
            </a:endParaRPr>
          </a:p>
        </p:txBody>
      </p:sp>
    </p:spTree>
  </p:cSld>
</p:sldLayout>
</file>

<file path=ppt/slideLayouts/slideLayout5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PlaceHolder 1"/>
          <p:cNvSpPr>
            <a:spLocks noGrp="1"/>
          </p:cNvSpPr>
          <p:nvPr>
            <p:ph type="title"/>
          </p:nvPr>
        </p:nvSpPr>
        <p:spPr>
          <a:xfrm>
            <a:off x="731520" y="32796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8730" spc="-1" strike="noStrike">
              <a:latin typeface="Arial"/>
            </a:endParaRPr>
          </a:p>
        </p:txBody>
      </p:sp>
      <p:sp>
        <p:nvSpPr>
          <p:cNvPr id="194" name="PlaceHolder 2"/>
          <p:cNvSpPr>
            <a:spLocks noGrp="1"/>
          </p:cNvSpPr>
          <p:nvPr>
            <p:ph/>
          </p:nvPr>
        </p:nvSpPr>
        <p:spPr>
          <a:xfrm>
            <a:off x="731520" y="192528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4640" spc="-1" strike="noStrike">
              <a:latin typeface="Arial"/>
            </a:endParaRPr>
          </a:p>
        </p:txBody>
      </p:sp>
      <p:sp>
        <p:nvSpPr>
          <p:cNvPr id="195" name="PlaceHolder 3"/>
          <p:cNvSpPr>
            <a:spLocks noGrp="1"/>
          </p:cNvSpPr>
          <p:nvPr>
            <p:ph/>
          </p:nvPr>
        </p:nvSpPr>
        <p:spPr>
          <a:xfrm>
            <a:off x="7478280" y="192528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4640" spc="-1" strike="noStrike">
              <a:latin typeface="Arial"/>
            </a:endParaRPr>
          </a:p>
        </p:txBody>
      </p:sp>
      <p:sp>
        <p:nvSpPr>
          <p:cNvPr id="196" name="PlaceHolder 4"/>
          <p:cNvSpPr>
            <a:spLocks noGrp="1"/>
          </p:cNvSpPr>
          <p:nvPr>
            <p:ph/>
          </p:nvPr>
        </p:nvSpPr>
        <p:spPr>
          <a:xfrm>
            <a:off x="731520" y="441828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4640" spc="-1" strike="noStrike">
              <a:latin typeface="Arial"/>
            </a:endParaRPr>
          </a:p>
        </p:txBody>
      </p:sp>
      <p:sp>
        <p:nvSpPr>
          <p:cNvPr id="197" name="PlaceHolder 5"/>
          <p:cNvSpPr>
            <a:spLocks noGrp="1"/>
          </p:cNvSpPr>
          <p:nvPr>
            <p:ph/>
          </p:nvPr>
        </p:nvSpPr>
        <p:spPr>
          <a:xfrm>
            <a:off x="7478280" y="441828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4640" spc="-1" strike="noStrike">
              <a:latin typeface="Arial"/>
            </a:endParaRPr>
          </a:p>
        </p:txBody>
      </p:sp>
    </p:spTree>
  </p:cSld>
</p:sldLayout>
</file>

<file path=ppt/slideLayouts/slideLayout6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PlaceHolder 1"/>
          <p:cNvSpPr>
            <a:spLocks noGrp="1"/>
          </p:cNvSpPr>
          <p:nvPr>
            <p:ph type="title"/>
          </p:nvPr>
        </p:nvSpPr>
        <p:spPr>
          <a:xfrm>
            <a:off x="731520" y="32796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8730" spc="-1" strike="noStrike">
              <a:latin typeface="Arial"/>
            </a:endParaRPr>
          </a:p>
        </p:txBody>
      </p:sp>
      <p:sp>
        <p:nvSpPr>
          <p:cNvPr id="199" name="PlaceHolder 2"/>
          <p:cNvSpPr>
            <a:spLocks noGrp="1"/>
          </p:cNvSpPr>
          <p:nvPr>
            <p:ph/>
          </p:nvPr>
        </p:nvSpPr>
        <p:spPr>
          <a:xfrm>
            <a:off x="731520" y="192528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4640" spc="-1" strike="noStrike">
              <a:latin typeface="Arial"/>
            </a:endParaRPr>
          </a:p>
        </p:txBody>
      </p:sp>
      <p:sp>
        <p:nvSpPr>
          <p:cNvPr id="200" name="PlaceHolder 3"/>
          <p:cNvSpPr>
            <a:spLocks noGrp="1"/>
          </p:cNvSpPr>
          <p:nvPr>
            <p:ph/>
          </p:nvPr>
        </p:nvSpPr>
        <p:spPr>
          <a:xfrm>
            <a:off x="5183280" y="192528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4640" spc="-1" strike="noStrike">
              <a:latin typeface="Arial"/>
            </a:endParaRPr>
          </a:p>
        </p:txBody>
      </p:sp>
      <p:sp>
        <p:nvSpPr>
          <p:cNvPr id="201" name="PlaceHolder 4"/>
          <p:cNvSpPr>
            <a:spLocks noGrp="1"/>
          </p:cNvSpPr>
          <p:nvPr>
            <p:ph/>
          </p:nvPr>
        </p:nvSpPr>
        <p:spPr>
          <a:xfrm>
            <a:off x="9635040" y="192528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4640" spc="-1" strike="noStrike">
              <a:latin typeface="Arial"/>
            </a:endParaRPr>
          </a:p>
        </p:txBody>
      </p:sp>
      <p:sp>
        <p:nvSpPr>
          <p:cNvPr id="202" name="PlaceHolder 5"/>
          <p:cNvSpPr>
            <a:spLocks noGrp="1"/>
          </p:cNvSpPr>
          <p:nvPr>
            <p:ph/>
          </p:nvPr>
        </p:nvSpPr>
        <p:spPr>
          <a:xfrm>
            <a:off x="731520" y="441828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4640" spc="-1" strike="noStrike">
              <a:latin typeface="Arial"/>
            </a:endParaRPr>
          </a:p>
        </p:txBody>
      </p:sp>
      <p:sp>
        <p:nvSpPr>
          <p:cNvPr id="203" name="PlaceHolder 6"/>
          <p:cNvSpPr>
            <a:spLocks noGrp="1"/>
          </p:cNvSpPr>
          <p:nvPr>
            <p:ph/>
          </p:nvPr>
        </p:nvSpPr>
        <p:spPr>
          <a:xfrm>
            <a:off x="5183280" y="441828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4640" spc="-1" strike="noStrike">
              <a:latin typeface="Arial"/>
            </a:endParaRPr>
          </a:p>
        </p:txBody>
      </p:sp>
      <p:sp>
        <p:nvSpPr>
          <p:cNvPr id="204" name="PlaceHolder 7"/>
          <p:cNvSpPr>
            <a:spLocks noGrp="1"/>
          </p:cNvSpPr>
          <p:nvPr>
            <p:ph/>
          </p:nvPr>
        </p:nvSpPr>
        <p:spPr>
          <a:xfrm>
            <a:off x="9635040" y="441828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4640" spc="-1" strike="noStrike">
              <a:latin typeface="Arial"/>
            </a:endParaRPr>
          </a:p>
        </p:txBody>
      </p:sp>
    </p:spTree>
  </p:cSld>
</p:sldLayout>
</file>

<file path=ppt/slideLayouts/slideLayout6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6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PlaceHolder 1"/>
          <p:cNvSpPr>
            <a:spLocks noGrp="1"/>
          </p:cNvSpPr>
          <p:nvPr>
            <p:ph type="title"/>
          </p:nvPr>
        </p:nvSpPr>
        <p:spPr>
          <a:xfrm>
            <a:off x="731520" y="32796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8730" spc="-1" strike="noStrike">
              <a:latin typeface="Arial"/>
            </a:endParaRPr>
          </a:p>
        </p:txBody>
      </p:sp>
      <p:sp>
        <p:nvSpPr>
          <p:cNvPr id="211" name="PlaceHolder 2"/>
          <p:cNvSpPr>
            <a:spLocks noGrp="1"/>
          </p:cNvSpPr>
          <p:nvPr>
            <p:ph type="subTitle"/>
          </p:nvPr>
        </p:nvSpPr>
        <p:spPr>
          <a:xfrm>
            <a:off x="731520" y="192528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6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PlaceHolder 1"/>
          <p:cNvSpPr>
            <a:spLocks noGrp="1"/>
          </p:cNvSpPr>
          <p:nvPr>
            <p:ph type="title"/>
          </p:nvPr>
        </p:nvSpPr>
        <p:spPr>
          <a:xfrm>
            <a:off x="731520" y="32796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8730" spc="-1" strike="noStrike">
              <a:latin typeface="Arial"/>
            </a:endParaRPr>
          </a:p>
        </p:txBody>
      </p:sp>
      <p:sp>
        <p:nvSpPr>
          <p:cNvPr id="213" name="PlaceHolder 2"/>
          <p:cNvSpPr>
            <a:spLocks noGrp="1"/>
          </p:cNvSpPr>
          <p:nvPr>
            <p:ph/>
          </p:nvPr>
        </p:nvSpPr>
        <p:spPr>
          <a:xfrm>
            <a:off x="731520" y="192528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4640" spc="-1" strike="noStrike">
              <a:latin typeface="Arial"/>
            </a:endParaRPr>
          </a:p>
        </p:txBody>
      </p:sp>
    </p:spTree>
  </p:cSld>
</p:sldLayout>
</file>

<file path=ppt/slideLayouts/slideLayout6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PlaceHolder 1"/>
          <p:cNvSpPr>
            <a:spLocks noGrp="1"/>
          </p:cNvSpPr>
          <p:nvPr>
            <p:ph type="title"/>
          </p:nvPr>
        </p:nvSpPr>
        <p:spPr>
          <a:xfrm>
            <a:off x="731520" y="32796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8730" spc="-1" strike="noStrike">
              <a:latin typeface="Arial"/>
            </a:endParaRPr>
          </a:p>
        </p:txBody>
      </p:sp>
      <p:sp>
        <p:nvSpPr>
          <p:cNvPr id="215" name="PlaceHolder 2"/>
          <p:cNvSpPr>
            <a:spLocks noGrp="1"/>
          </p:cNvSpPr>
          <p:nvPr>
            <p:ph/>
          </p:nvPr>
        </p:nvSpPr>
        <p:spPr>
          <a:xfrm>
            <a:off x="731520" y="1925280"/>
            <a:ext cx="642528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4640" spc="-1" strike="noStrike">
              <a:latin typeface="Arial"/>
            </a:endParaRPr>
          </a:p>
        </p:txBody>
      </p:sp>
      <p:sp>
        <p:nvSpPr>
          <p:cNvPr id="216" name="PlaceHolder 3"/>
          <p:cNvSpPr>
            <a:spLocks noGrp="1"/>
          </p:cNvSpPr>
          <p:nvPr>
            <p:ph/>
          </p:nvPr>
        </p:nvSpPr>
        <p:spPr>
          <a:xfrm>
            <a:off x="7478280" y="1925280"/>
            <a:ext cx="642528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4640" spc="-1" strike="noStrike">
              <a:latin typeface="Arial"/>
            </a:endParaRPr>
          </a:p>
        </p:txBody>
      </p:sp>
    </p:spTree>
  </p:cSld>
</p:sldLayout>
</file>

<file path=ppt/slideLayouts/slideLayout6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PlaceHolder 1"/>
          <p:cNvSpPr>
            <a:spLocks noGrp="1"/>
          </p:cNvSpPr>
          <p:nvPr>
            <p:ph type="title"/>
          </p:nvPr>
        </p:nvSpPr>
        <p:spPr>
          <a:xfrm>
            <a:off x="731520" y="32796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8730" spc="-1" strike="noStrike">
              <a:latin typeface="Arial"/>
            </a:endParaRPr>
          </a:p>
        </p:txBody>
      </p:sp>
    </p:spTree>
  </p:cSld>
</p:sldLayout>
</file>

<file path=ppt/slideLayouts/slideLayout6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PlaceHolder 1"/>
          <p:cNvSpPr>
            <a:spLocks noGrp="1"/>
          </p:cNvSpPr>
          <p:nvPr>
            <p:ph type="subTitle"/>
          </p:nvPr>
        </p:nvSpPr>
        <p:spPr>
          <a:xfrm>
            <a:off x="731520" y="327960"/>
            <a:ext cx="13167000" cy="636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6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PlaceHolder 1"/>
          <p:cNvSpPr>
            <a:spLocks noGrp="1"/>
          </p:cNvSpPr>
          <p:nvPr>
            <p:ph type="title"/>
          </p:nvPr>
        </p:nvSpPr>
        <p:spPr>
          <a:xfrm>
            <a:off x="731520" y="32796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8730" spc="-1" strike="noStrike">
              <a:latin typeface="Arial"/>
            </a:endParaRPr>
          </a:p>
        </p:txBody>
      </p:sp>
      <p:sp>
        <p:nvSpPr>
          <p:cNvPr id="220" name="PlaceHolder 2"/>
          <p:cNvSpPr>
            <a:spLocks noGrp="1"/>
          </p:cNvSpPr>
          <p:nvPr>
            <p:ph/>
          </p:nvPr>
        </p:nvSpPr>
        <p:spPr>
          <a:xfrm>
            <a:off x="731520" y="192528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4640" spc="-1" strike="noStrike">
              <a:latin typeface="Arial"/>
            </a:endParaRPr>
          </a:p>
        </p:txBody>
      </p:sp>
      <p:sp>
        <p:nvSpPr>
          <p:cNvPr id="221" name="PlaceHolder 3"/>
          <p:cNvSpPr>
            <a:spLocks noGrp="1"/>
          </p:cNvSpPr>
          <p:nvPr>
            <p:ph/>
          </p:nvPr>
        </p:nvSpPr>
        <p:spPr>
          <a:xfrm>
            <a:off x="7478280" y="1925280"/>
            <a:ext cx="642528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4640" spc="-1" strike="noStrike">
              <a:latin typeface="Arial"/>
            </a:endParaRPr>
          </a:p>
        </p:txBody>
      </p:sp>
      <p:sp>
        <p:nvSpPr>
          <p:cNvPr id="222" name="PlaceHolder 4"/>
          <p:cNvSpPr>
            <a:spLocks noGrp="1"/>
          </p:cNvSpPr>
          <p:nvPr>
            <p:ph/>
          </p:nvPr>
        </p:nvSpPr>
        <p:spPr>
          <a:xfrm>
            <a:off x="731520" y="441828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4640" spc="-1" strike="noStrike">
              <a:latin typeface="Arial"/>
            </a:endParaRPr>
          </a:p>
        </p:txBody>
      </p:sp>
    </p:spTree>
  </p:cSld>
</p:sldLayout>
</file>

<file path=ppt/slideLayouts/slideLayout6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PlaceHolder 1"/>
          <p:cNvSpPr>
            <a:spLocks noGrp="1"/>
          </p:cNvSpPr>
          <p:nvPr>
            <p:ph type="title"/>
          </p:nvPr>
        </p:nvSpPr>
        <p:spPr>
          <a:xfrm>
            <a:off x="731520" y="32796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8730" spc="-1" strike="noStrike">
              <a:latin typeface="Arial"/>
            </a:endParaRPr>
          </a:p>
        </p:txBody>
      </p:sp>
      <p:sp>
        <p:nvSpPr>
          <p:cNvPr id="224" name="PlaceHolder 2"/>
          <p:cNvSpPr>
            <a:spLocks noGrp="1"/>
          </p:cNvSpPr>
          <p:nvPr>
            <p:ph/>
          </p:nvPr>
        </p:nvSpPr>
        <p:spPr>
          <a:xfrm>
            <a:off x="731520" y="1925280"/>
            <a:ext cx="642528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4640" spc="-1" strike="noStrike">
              <a:latin typeface="Arial"/>
            </a:endParaRPr>
          </a:p>
        </p:txBody>
      </p:sp>
      <p:sp>
        <p:nvSpPr>
          <p:cNvPr id="225" name="PlaceHolder 3"/>
          <p:cNvSpPr>
            <a:spLocks noGrp="1"/>
          </p:cNvSpPr>
          <p:nvPr>
            <p:ph/>
          </p:nvPr>
        </p:nvSpPr>
        <p:spPr>
          <a:xfrm>
            <a:off x="7478280" y="192528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4640" spc="-1" strike="noStrike">
              <a:latin typeface="Arial"/>
            </a:endParaRPr>
          </a:p>
        </p:txBody>
      </p:sp>
      <p:sp>
        <p:nvSpPr>
          <p:cNvPr id="226" name="PlaceHolder 4"/>
          <p:cNvSpPr>
            <a:spLocks noGrp="1"/>
          </p:cNvSpPr>
          <p:nvPr>
            <p:ph/>
          </p:nvPr>
        </p:nvSpPr>
        <p:spPr>
          <a:xfrm>
            <a:off x="7478280" y="441828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4640" spc="-1" strike="noStrike">
              <a:latin typeface="Arial"/>
            </a:endParaRPr>
          </a:p>
        </p:txBody>
      </p:sp>
    </p:spTree>
  </p:cSld>
</p:sldLayout>
</file>

<file path=ppt/slideLayouts/slideLayout6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PlaceHolder 1"/>
          <p:cNvSpPr>
            <a:spLocks noGrp="1"/>
          </p:cNvSpPr>
          <p:nvPr>
            <p:ph type="title"/>
          </p:nvPr>
        </p:nvSpPr>
        <p:spPr>
          <a:xfrm>
            <a:off x="731520" y="32796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8730" spc="-1" strike="noStrike">
              <a:latin typeface="Arial"/>
            </a:endParaRPr>
          </a:p>
        </p:txBody>
      </p:sp>
      <p:sp>
        <p:nvSpPr>
          <p:cNvPr id="228" name="PlaceHolder 2"/>
          <p:cNvSpPr>
            <a:spLocks noGrp="1"/>
          </p:cNvSpPr>
          <p:nvPr>
            <p:ph/>
          </p:nvPr>
        </p:nvSpPr>
        <p:spPr>
          <a:xfrm>
            <a:off x="731520" y="192528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4640" spc="-1" strike="noStrike">
              <a:latin typeface="Arial"/>
            </a:endParaRPr>
          </a:p>
        </p:txBody>
      </p:sp>
      <p:sp>
        <p:nvSpPr>
          <p:cNvPr id="229" name="PlaceHolder 3"/>
          <p:cNvSpPr>
            <a:spLocks noGrp="1"/>
          </p:cNvSpPr>
          <p:nvPr>
            <p:ph/>
          </p:nvPr>
        </p:nvSpPr>
        <p:spPr>
          <a:xfrm>
            <a:off x="7478280" y="192528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4640" spc="-1" strike="noStrike">
              <a:latin typeface="Arial"/>
            </a:endParaRPr>
          </a:p>
        </p:txBody>
      </p:sp>
      <p:sp>
        <p:nvSpPr>
          <p:cNvPr id="230" name="PlaceHolder 4"/>
          <p:cNvSpPr>
            <a:spLocks noGrp="1"/>
          </p:cNvSpPr>
          <p:nvPr>
            <p:ph/>
          </p:nvPr>
        </p:nvSpPr>
        <p:spPr>
          <a:xfrm>
            <a:off x="731520" y="4418280"/>
            <a:ext cx="1316700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4640" spc="-1" strike="noStrike">
              <a:latin typeface="Arial"/>
            </a:endParaRPr>
          </a:p>
        </p:txBody>
      </p:sp>
    </p:spTree>
  </p:cSld>
</p:sldLayout>
</file>

<file path=ppt/slideLayouts/slideLayout7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PlaceHolder 1"/>
          <p:cNvSpPr>
            <a:spLocks noGrp="1"/>
          </p:cNvSpPr>
          <p:nvPr>
            <p:ph type="title"/>
          </p:nvPr>
        </p:nvSpPr>
        <p:spPr>
          <a:xfrm>
            <a:off x="731520" y="32796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8730" spc="-1" strike="noStrike">
              <a:latin typeface="Arial"/>
            </a:endParaRPr>
          </a:p>
        </p:txBody>
      </p:sp>
      <p:sp>
        <p:nvSpPr>
          <p:cNvPr id="232" name="PlaceHolder 2"/>
          <p:cNvSpPr>
            <a:spLocks noGrp="1"/>
          </p:cNvSpPr>
          <p:nvPr>
            <p:ph/>
          </p:nvPr>
        </p:nvSpPr>
        <p:spPr>
          <a:xfrm>
            <a:off x="731520" y="1925280"/>
            <a:ext cx="1316700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4640" spc="-1" strike="noStrike">
              <a:latin typeface="Arial"/>
            </a:endParaRPr>
          </a:p>
        </p:txBody>
      </p:sp>
      <p:sp>
        <p:nvSpPr>
          <p:cNvPr id="233" name="PlaceHolder 3"/>
          <p:cNvSpPr>
            <a:spLocks noGrp="1"/>
          </p:cNvSpPr>
          <p:nvPr>
            <p:ph/>
          </p:nvPr>
        </p:nvSpPr>
        <p:spPr>
          <a:xfrm>
            <a:off x="731520" y="4418280"/>
            <a:ext cx="1316700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4640" spc="-1" strike="noStrike">
              <a:latin typeface="Arial"/>
            </a:endParaRPr>
          </a:p>
        </p:txBody>
      </p:sp>
    </p:spTree>
  </p:cSld>
</p:sldLayout>
</file>

<file path=ppt/slideLayouts/slideLayout7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PlaceHolder 1"/>
          <p:cNvSpPr>
            <a:spLocks noGrp="1"/>
          </p:cNvSpPr>
          <p:nvPr>
            <p:ph type="title"/>
          </p:nvPr>
        </p:nvSpPr>
        <p:spPr>
          <a:xfrm>
            <a:off x="731520" y="32796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8730" spc="-1" strike="noStrike">
              <a:latin typeface="Arial"/>
            </a:endParaRPr>
          </a:p>
        </p:txBody>
      </p:sp>
      <p:sp>
        <p:nvSpPr>
          <p:cNvPr id="235" name="PlaceHolder 2"/>
          <p:cNvSpPr>
            <a:spLocks noGrp="1"/>
          </p:cNvSpPr>
          <p:nvPr>
            <p:ph/>
          </p:nvPr>
        </p:nvSpPr>
        <p:spPr>
          <a:xfrm>
            <a:off x="731520" y="192528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4640" spc="-1" strike="noStrike">
              <a:latin typeface="Arial"/>
            </a:endParaRPr>
          </a:p>
        </p:txBody>
      </p:sp>
      <p:sp>
        <p:nvSpPr>
          <p:cNvPr id="236" name="PlaceHolder 3"/>
          <p:cNvSpPr>
            <a:spLocks noGrp="1"/>
          </p:cNvSpPr>
          <p:nvPr>
            <p:ph/>
          </p:nvPr>
        </p:nvSpPr>
        <p:spPr>
          <a:xfrm>
            <a:off x="7478280" y="192528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4640" spc="-1" strike="noStrike">
              <a:latin typeface="Arial"/>
            </a:endParaRPr>
          </a:p>
        </p:txBody>
      </p:sp>
      <p:sp>
        <p:nvSpPr>
          <p:cNvPr id="237" name="PlaceHolder 4"/>
          <p:cNvSpPr>
            <a:spLocks noGrp="1"/>
          </p:cNvSpPr>
          <p:nvPr>
            <p:ph/>
          </p:nvPr>
        </p:nvSpPr>
        <p:spPr>
          <a:xfrm>
            <a:off x="731520" y="441828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4640" spc="-1" strike="noStrike">
              <a:latin typeface="Arial"/>
            </a:endParaRPr>
          </a:p>
        </p:txBody>
      </p:sp>
      <p:sp>
        <p:nvSpPr>
          <p:cNvPr id="238" name="PlaceHolder 5"/>
          <p:cNvSpPr>
            <a:spLocks noGrp="1"/>
          </p:cNvSpPr>
          <p:nvPr>
            <p:ph/>
          </p:nvPr>
        </p:nvSpPr>
        <p:spPr>
          <a:xfrm>
            <a:off x="7478280" y="441828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4640" spc="-1" strike="noStrike">
              <a:latin typeface="Arial"/>
            </a:endParaRPr>
          </a:p>
        </p:txBody>
      </p:sp>
    </p:spTree>
  </p:cSld>
</p:sldLayout>
</file>

<file path=ppt/slideLayouts/slideLayout7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PlaceHolder 1"/>
          <p:cNvSpPr>
            <a:spLocks noGrp="1"/>
          </p:cNvSpPr>
          <p:nvPr>
            <p:ph type="title"/>
          </p:nvPr>
        </p:nvSpPr>
        <p:spPr>
          <a:xfrm>
            <a:off x="731520" y="32796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8730" spc="-1" strike="noStrike">
              <a:latin typeface="Arial"/>
            </a:endParaRPr>
          </a:p>
        </p:txBody>
      </p:sp>
      <p:sp>
        <p:nvSpPr>
          <p:cNvPr id="240" name="PlaceHolder 2"/>
          <p:cNvSpPr>
            <a:spLocks noGrp="1"/>
          </p:cNvSpPr>
          <p:nvPr>
            <p:ph/>
          </p:nvPr>
        </p:nvSpPr>
        <p:spPr>
          <a:xfrm>
            <a:off x="731520" y="192528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4640" spc="-1" strike="noStrike">
              <a:latin typeface="Arial"/>
            </a:endParaRPr>
          </a:p>
        </p:txBody>
      </p:sp>
      <p:sp>
        <p:nvSpPr>
          <p:cNvPr id="241" name="PlaceHolder 3"/>
          <p:cNvSpPr>
            <a:spLocks noGrp="1"/>
          </p:cNvSpPr>
          <p:nvPr>
            <p:ph/>
          </p:nvPr>
        </p:nvSpPr>
        <p:spPr>
          <a:xfrm>
            <a:off x="5183280" y="192528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4640" spc="-1" strike="noStrike">
              <a:latin typeface="Arial"/>
            </a:endParaRPr>
          </a:p>
        </p:txBody>
      </p:sp>
      <p:sp>
        <p:nvSpPr>
          <p:cNvPr id="242" name="PlaceHolder 4"/>
          <p:cNvSpPr>
            <a:spLocks noGrp="1"/>
          </p:cNvSpPr>
          <p:nvPr>
            <p:ph/>
          </p:nvPr>
        </p:nvSpPr>
        <p:spPr>
          <a:xfrm>
            <a:off x="9635040" y="192528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4640" spc="-1" strike="noStrike">
              <a:latin typeface="Arial"/>
            </a:endParaRPr>
          </a:p>
        </p:txBody>
      </p:sp>
      <p:sp>
        <p:nvSpPr>
          <p:cNvPr id="243" name="PlaceHolder 5"/>
          <p:cNvSpPr>
            <a:spLocks noGrp="1"/>
          </p:cNvSpPr>
          <p:nvPr>
            <p:ph/>
          </p:nvPr>
        </p:nvSpPr>
        <p:spPr>
          <a:xfrm>
            <a:off x="731520" y="441828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4640" spc="-1" strike="noStrike">
              <a:latin typeface="Arial"/>
            </a:endParaRPr>
          </a:p>
        </p:txBody>
      </p:sp>
      <p:sp>
        <p:nvSpPr>
          <p:cNvPr id="244" name="PlaceHolder 6"/>
          <p:cNvSpPr>
            <a:spLocks noGrp="1"/>
          </p:cNvSpPr>
          <p:nvPr>
            <p:ph/>
          </p:nvPr>
        </p:nvSpPr>
        <p:spPr>
          <a:xfrm>
            <a:off x="5183280" y="441828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4640" spc="-1" strike="noStrike">
              <a:latin typeface="Arial"/>
            </a:endParaRPr>
          </a:p>
        </p:txBody>
      </p:sp>
      <p:sp>
        <p:nvSpPr>
          <p:cNvPr id="245" name="PlaceHolder 7"/>
          <p:cNvSpPr>
            <a:spLocks noGrp="1"/>
          </p:cNvSpPr>
          <p:nvPr>
            <p:ph/>
          </p:nvPr>
        </p:nvSpPr>
        <p:spPr>
          <a:xfrm>
            <a:off x="9635040" y="441828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4640" spc="-1" strike="noStrike">
              <a:latin typeface="Arial"/>
            </a:endParaRPr>
          </a:p>
        </p:txBody>
      </p:sp>
    </p:spTree>
  </p:cSld>
</p:sldLayout>
</file>

<file path=ppt/slideLayouts/slideLayout7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7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PlaceHolder 1"/>
          <p:cNvSpPr>
            <a:spLocks noGrp="1"/>
          </p:cNvSpPr>
          <p:nvPr>
            <p:ph type="title"/>
          </p:nvPr>
        </p:nvSpPr>
        <p:spPr>
          <a:xfrm>
            <a:off x="731520" y="32796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8730" spc="-1" strike="noStrike">
              <a:latin typeface="Arial"/>
            </a:endParaRPr>
          </a:p>
        </p:txBody>
      </p:sp>
      <p:sp>
        <p:nvSpPr>
          <p:cNvPr id="252" name="PlaceHolder 2"/>
          <p:cNvSpPr>
            <a:spLocks noGrp="1"/>
          </p:cNvSpPr>
          <p:nvPr>
            <p:ph type="subTitle"/>
          </p:nvPr>
        </p:nvSpPr>
        <p:spPr>
          <a:xfrm>
            <a:off x="731520" y="192528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7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PlaceHolder 1"/>
          <p:cNvSpPr>
            <a:spLocks noGrp="1"/>
          </p:cNvSpPr>
          <p:nvPr>
            <p:ph type="title"/>
          </p:nvPr>
        </p:nvSpPr>
        <p:spPr>
          <a:xfrm>
            <a:off x="731520" y="32796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8730" spc="-1" strike="noStrike">
              <a:latin typeface="Arial"/>
            </a:endParaRPr>
          </a:p>
        </p:txBody>
      </p:sp>
      <p:sp>
        <p:nvSpPr>
          <p:cNvPr id="254" name="PlaceHolder 2"/>
          <p:cNvSpPr>
            <a:spLocks noGrp="1"/>
          </p:cNvSpPr>
          <p:nvPr>
            <p:ph/>
          </p:nvPr>
        </p:nvSpPr>
        <p:spPr>
          <a:xfrm>
            <a:off x="731520" y="192528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4640" spc="-1" strike="noStrike">
              <a:latin typeface="Arial"/>
            </a:endParaRPr>
          </a:p>
        </p:txBody>
      </p:sp>
    </p:spTree>
  </p:cSld>
</p:sldLayout>
</file>

<file path=ppt/slideLayouts/slideLayout7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PlaceHolder 1"/>
          <p:cNvSpPr>
            <a:spLocks noGrp="1"/>
          </p:cNvSpPr>
          <p:nvPr>
            <p:ph type="title"/>
          </p:nvPr>
        </p:nvSpPr>
        <p:spPr>
          <a:xfrm>
            <a:off x="731520" y="32796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8730" spc="-1" strike="noStrike">
              <a:latin typeface="Arial"/>
            </a:endParaRPr>
          </a:p>
        </p:txBody>
      </p:sp>
      <p:sp>
        <p:nvSpPr>
          <p:cNvPr id="256" name="PlaceHolder 2"/>
          <p:cNvSpPr>
            <a:spLocks noGrp="1"/>
          </p:cNvSpPr>
          <p:nvPr>
            <p:ph/>
          </p:nvPr>
        </p:nvSpPr>
        <p:spPr>
          <a:xfrm>
            <a:off x="731520" y="1925280"/>
            <a:ext cx="642528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4640" spc="-1" strike="noStrike">
              <a:latin typeface="Arial"/>
            </a:endParaRPr>
          </a:p>
        </p:txBody>
      </p:sp>
      <p:sp>
        <p:nvSpPr>
          <p:cNvPr id="257" name="PlaceHolder 3"/>
          <p:cNvSpPr>
            <a:spLocks noGrp="1"/>
          </p:cNvSpPr>
          <p:nvPr>
            <p:ph/>
          </p:nvPr>
        </p:nvSpPr>
        <p:spPr>
          <a:xfrm>
            <a:off x="7478280" y="1925280"/>
            <a:ext cx="642528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4640" spc="-1" strike="noStrike">
              <a:latin typeface="Arial"/>
            </a:endParaRPr>
          </a:p>
        </p:txBody>
      </p:sp>
    </p:spTree>
  </p:cSld>
</p:sldLayout>
</file>

<file path=ppt/slideLayouts/slideLayout7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PlaceHolder 1"/>
          <p:cNvSpPr>
            <a:spLocks noGrp="1"/>
          </p:cNvSpPr>
          <p:nvPr>
            <p:ph type="title"/>
          </p:nvPr>
        </p:nvSpPr>
        <p:spPr>
          <a:xfrm>
            <a:off x="731520" y="32796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8730" spc="-1" strike="noStrike">
              <a:latin typeface="Arial"/>
            </a:endParaRPr>
          </a:p>
        </p:txBody>
      </p:sp>
    </p:spTree>
  </p:cSld>
</p:sldLayout>
</file>

<file path=ppt/slideLayouts/slideLayout7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PlaceHolder 1"/>
          <p:cNvSpPr>
            <a:spLocks noGrp="1"/>
          </p:cNvSpPr>
          <p:nvPr>
            <p:ph type="subTitle"/>
          </p:nvPr>
        </p:nvSpPr>
        <p:spPr>
          <a:xfrm>
            <a:off x="731520" y="327960"/>
            <a:ext cx="13167000" cy="636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7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PlaceHolder 1"/>
          <p:cNvSpPr>
            <a:spLocks noGrp="1"/>
          </p:cNvSpPr>
          <p:nvPr>
            <p:ph type="title"/>
          </p:nvPr>
        </p:nvSpPr>
        <p:spPr>
          <a:xfrm>
            <a:off x="731520" y="32796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8730" spc="-1" strike="noStrike">
              <a:latin typeface="Arial"/>
            </a:endParaRPr>
          </a:p>
        </p:txBody>
      </p:sp>
      <p:sp>
        <p:nvSpPr>
          <p:cNvPr id="261" name="PlaceHolder 2"/>
          <p:cNvSpPr>
            <a:spLocks noGrp="1"/>
          </p:cNvSpPr>
          <p:nvPr>
            <p:ph/>
          </p:nvPr>
        </p:nvSpPr>
        <p:spPr>
          <a:xfrm>
            <a:off x="731520" y="192528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4640" spc="-1" strike="noStrike">
              <a:latin typeface="Arial"/>
            </a:endParaRPr>
          </a:p>
        </p:txBody>
      </p:sp>
      <p:sp>
        <p:nvSpPr>
          <p:cNvPr id="262" name="PlaceHolder 3"/>
          <p:cNvSpPr>
            <a:spLocks noGrp="1"/>
          </p:cNvSpPr>
          <p:nvPr>
            <p:ph/>
          </p:nvPr>
        </p:nvSpPr>
        <p:spPr>
          <a:xfrm>
            <a:off x="7478280" y="1925280"/>
            <a:ext cx="642528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4640" spc="-1" strike="noStrike">
              <a:latin typeface="Arial"/>
            </a:endParaRPr>
          </a:p>
        </p:txBody>
      </p:sp>
      <p:sp>
        <p:nvSpPr>
          <p:cNvPr id="263" name="PlaceHolder 4"/>
          <p:cNvSpPr>
            <a:spLocks noGrp="1"/>
          </p:cNvSpPr>
          <p:nvPr>
            <p:ph/>
          </p:nvPr>
        </p:nvSpPr>
        <p:spPr>
          <a:xfrm>
            <a:off x="731520" y="441828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4640" spc="-1" strike="noStrike">
              <a:latin typeface="Arial"/>
            </a:endParaRPr>
          </a:p>
        </p:txBody>
      </p:sp>
    </p:spTree>
  </p:cSld>
</p:sldLayout>
</file>

<file path=ppt/slideLayouts/slideLayout8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PlaceHolder 1"/>
          <p:cNvSpPr>
            <a:spLocks noGrp="1"/>
          </p:cNvSpPr>
          <p:nvPr>
            <p:ph type="title"/>
          </p:nvPr>
        </p:nvSpPr>
        <p:spPr>
          <a:xfrm>
            <a:off x="731520" y="32796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8730" spc="-1" strike="noStrike">
              <a:latin typeface="Arial"/>
            </a:endParaRPr>
          </a:p>
        </p:txBody>
      </p:sp>
      <p:sp>
        <p:nvSpPr>
          <p:cNvPr id="265" name="PlaceHolder 2"/>
          <p:cNvSpPr>
            <a:spLocks noGrp="1"/>
          </p:cNvSpPr>
          <p:nvPr>
            <p:ph/>
          </p:nvPr>
        </p:nvSpPr>
        <p:spPr>
          <a:xfrm>
            <a:off x="731520" y="1925280"/>
            <a:ext cx="642528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4640" spc="-1" strike="noStrike">
              <a:latin typeface="Arial"/>
            </a:endParaRPr>
          </a:p>
        </p:txBody>
      </p:sp>
      <p:sp>
        <p:nvSpPr>
          <p:cNvPr id="266" name="PlaceHolder 3"/>
          <p:cNvSpPr>
            <a:spLocks noGrp="1"/>
          </p:cNvSpPr>
          <p:nvPr>
            <p:ph/>
          </p:nvPr>
        </p:nvSpPr>
        <p:spPr>
          <a:xfrm>
            <a:off x="7478280" y="192528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4640" spc="-1" strike="noStrike">
              <a:latin typeface="Arial"/>
            </a:endParaRPr>
          </a:p>
        </p:txBody>
      </p:sp>
      <p:sp>
        <p:nvSpPr>
          <p:cNvPr id="267" name="PlaceHolder 4"/>
          <p:cNvSpPr>
            <a:spLocks noGrp="1"/>
          </p:cNvSpPr>
          <p:nvPr>
            <p:ph/>
          </p:nvPr>
        </p:nvSpPr>
        <p:spPr>
          <a:xfrm>
            <a:off x="7478280" y="441828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4640" spc="-1" strike="noStrike">
              <a:latin typeface="Arial"/>
            </a:endParaRPr>
          </a:p>
        </p:txBody>
      </p:sp>
    </p:spTree>
  </p:cSld>
</p:sldLayout>
</file>

<file path=ppt/slideLayouts/slideLayout8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PlaceHolder 1"/>
          <p:cNvSpPr>
            <a:spLocks noGrp="1"/>
          </p:cNvSpPr>
          <p:nvPr>
            <p:ph type="title"/>
          </p:nvPr>
        </p:nvSpPr>
        <p:spPr>
          <a:xfrm>
            <a:off x="731520" y="32796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8730" spc="-1" strike="noStrike">
              <a:latin typeface="Arial"/>
            </a:endParaRPr>
          </a:p>
        </p:txBody>
      </p:sp>
      <p:sp>
        <p:nvSpPr>
          <p:cNvPr id="269" name="PlaceHolder 2"/>
          <p:cNvSpPr>
            <a:spLocks noGrp="1"/>
          </p:cNvSpPr>
          <p:nvPr>
            <p:ph/>
          </p:nvPr>
        </p:nvSpPr>
        <p:spPr>
          <a:xfrm>
            <a:off x="731520" y="192528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4640" spc="-1" strike="noStrike">
              <a:latin typeface="Arial"/>
            </a:endParaRPr>
          </a:p>
        </p:txBody>
      </p:sp>
      <p:sp>
        <p:nvSpPr>
          <p:cNvPr id="270" name="PlaceHolder 3"/>
          <p:cNvSpPr>
            <a:spLocks noGrp="1"/>
          </p:cNvSpPr>
          <p:nvPr>
            <p:ph/>
          </p:nvPr>
        </p:nvSpPr>
        <p:spPr>
          <a:xfrm>
            <a:off x="7478280" y="192528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4640" spc="-1" strike="noStrike">
              <a:latin typeface="Arial"/>
            </a:endParaRPr>
          </a:p>
        </p:txBody>
      </p:sp>
      <p:sp>
        <p:nvSpPr>
          <p:cNvPr id="271" name="PlaceHolder 4"/>
          <p:cNvSpPr>
            <a:spLocks noGrp="1"/>
          </p:cNvSpPr>
          <p:nvPr>
            <p:ph/>
          </p:nvPr>
        </p:nvSpPr>
        <p:spPr>
          <a:xfrm>
            <a:off x="731520" y="4418280"/>
            <a:ext cx="1316700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4640" spc="-1" strike="noStrike">
              <a:latin typeface="Arial"/>
            </a:endParaRPr>
          </a:p>
        </p:txBody>
      </p:sp>
    </p:spTree>
  </p:cSld>
</p:sldLayout>
</file>

<file path=ppt/slideLayouts/slideLayout8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PlaceHolder 1"/>
          <p:cNvSpPr>
            <a:spLocks noGrp="1"/>
          </p:cNvSpPr>
          <p:nvPr>
            <p:ph type="title"/>
          </p:nvPr>
        </p:nvSpPr>
        <p:spPr>
          <a:xfrm>
            <a:off x="731520" y="32796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8730" spc="-1" strike="noStrike">
              <a:latin typeface="Arial"/>
            </a:endParaRPr>
          </a:p>
        </p:txBody>
      </p:sp>
      <p:sp>
        <p:nvSpPr>
          <p:cNvPr id="273" name="PlaceHolder 2"/>
          <p:cNvSpPr>
            <a:spLocks noGrp="1"/>
          </p:cNvSpPr>
          <p:nvPr>
            <p:ph/>
          </p:nvPr>
        </p:nvSpPr>
        <p:spPr>
          <a:xfrm>
            <a:off x="731520" y="1925280"/>
            <a:ext cx="1316700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4640" spc="-1" strike="noStrike">
              <a:latin typeface="Arial"/>
            </a:endParaRPr>
          </a:p>
        </p:txBody>
      </p:sp>
      <p:sp>
        <p:nvSpPr>
          <p:cNvPr id="274" name="PlaceHolder 3"/>
          <p:cNvSpPr>
            <a:spLocks noGrp="1"/>
          </p:cNvSpPr>
          <p:nvPr>
            <p:ph/>
          </p:nvPr>
        </p:nvSpPr>
        <p:spPr>
          <a:xfrm>
            <a:off x="731520" y="4418280"/>
            <a:ext cx="1316700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4640" spc="-1" strike="noStrike">
              <a:latin typeface="Arial"/>
            </a:endParaRPr>
          </a:p>
        </p:txBody>
      </p:sp>
    </p:spTree>
  </p:cSld>
</p:sldLayout>
</file>

<file path=ppt/slideLayouts/slideLayout8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PlaceHolder 1"/>
          <p:cNvSpPr>
            <a:spLocks noGrp="1"/>
          </p:cNvSpPr>
          <p:nvPr>
            <p:ph type="title"/>
          </p:nvPr>
        </p:nvSpPr>
        <p:spPr>
          <a:xfrm>
            <a:off x="731520" y="32796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8730" spc="-1" strike="noStrike">
              <a:latin typeface="Arial"/>
            </a:endParaRPr>
          </a:p>
        </p:txBody>
      </p:sp>
      <p:sp>
        <p:nvSpPr>
          <p:cNvPr id="276" name="PlaceHolder 2"/>
          <p:cNvSpPr>
            <a:spLocks noGrp="1"/>
          </p:cNvSpPr>
          <p:nvPr>
            <p:ph/>
          </p:nvPr>
        </p:nvSpPr>
        <p:spPr>
          <a:xfrm>
            <a:off x="731520" y="192528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4640" spc="-1" strike="noStrike">
              <a:latin typeface="Arial"/>
            </a:endParaRPr>
          </a:p>
        </p:txBody>
      </p:sp>
      <p:sp>
        <p:nvSpPr>
          <p:cNvPr id="277" name="PlaceHolder 3"/>
          <p:cNvSpPr>
            <a:spLocks noGrp="1"/>
          </p:cNvSpPr>
          <p:nvPr>
            <p:ph/>
          </p:nvPr>
        </p:nvSpPr>
        <p:spPr>
          <a:xfrm>
            <a:off x="7478280" y="192528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4640" spc="-1" strike="noStrike">
              <a:latin typeface="Arial"/>
            </a:endParaRPr>
          </a:p>
        </p:txBody>
      </p:sp>
      <p:sp>
        <p:nvSpPr>
          <p:cNvPr id="278" name="PlaceHolder 4"/>
          <p:cNvSpPr>
            <a:spLocks noGrp="1"/>
          </p:cNvSpPr>
          <p:nvPr>
            <p:ph/>
          </p:nvPr>
        </p:nvSpPr>
        <p:spPr>
          <a:xfrm>
            <a:off x="731520" y="441828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4640" spc="-1" strike="noStrike">
              <a:latin typeface="Arial"/>
            </a:endParaRPr>
          </a:p>
        </p:txBody>
      </p:sp>
      <p:sp>
        <p:nvSpPr>
          <p:cNvPr id="279" name="PlaceHolder 5"/>
          <p:cNvSpPr>
            <a:spLocks noGrp="1"/>
          </p:cNvSpPr>
          <p:nvPr>
            <p:ph/>
          </p:nvPr>
        </p:nvSpPr>
        <p:spPr>
          <a:xfrm>
            <a:off x="7478280" y="441828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4640" spc="-1" strike="noStrike">
              <a:latin typeface="Arial"/>
            </a:endParaRPr>
          </a:p>
        </p:txBody>
      </p:sp>
    </p:spTree>
  </p:cSld>
</p:sldLayout>
</file>

<file path=ppt/slideLayouts/slideLayout8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PlaceHolder 1"/>
          <p:cNvSpPr>
            <a:spLocks noGrp="1"/>
          </p:cNvSpPr>
          <p:nvPr>
            <p:ph type="title"/>
          </p:nvPr>
        </p:nvSpPr>
        <p:spPr>
          <a:xfrm>
            <a:off x="731520" y="32796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8730" spc="-1" strike="noStrike">
              <a:latin typeface="Arial"/>
            </a:endParaRPr>
          </a:p>
        </p:txBody>
      </p:sp>
      <p:sp>
        <p:nvSpPr>
          <p:cNvPr id="281" name="PlaceHolder 2"/>
          <p:cNvSpPr>
            <a:spLocks noGrp="1"/>
          </p:cNvSpPr>
          <p:nvPr>
            <p:ph/>
          </p:nvPr>
        </p:nvSpPr>
        <p:spPr>
          <a:xfrm>
            <a:off x="731520" y="192528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4640" spc="-1" strike="noStrike">
              <a:latin typeface="Arial"/>
            </a:endParaRPr>
          </a:p>
        </p:txBody>
      </p:sp>
      <p:sp>
        <p:nvSpPr>
          <p:cNvPr id="282" name="PlaceHolder 3"/>
          <p:cNvSpPr>
            <a:spLocks noGrp="1"/>
          </p:cNvSpPr>
          <p:nvPr>
            <p:ph/>
          </p:nvPr>
        </p:nvSpPr>
        <p:spPr>
          <a:xfrm>
            <a:off x="5183280" y="192528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4640" spc="-1" strike="noStrike">
              <a:latin typeface="Arial"/>
            </a:endParaRPr>
          </a:p>
        </p:txBody>
      </p:sp>
      <p:sp>
        <p:nvSpPr>
          <p:cNvPr id="283" name="PlaceHolder 4"/>
          <p:cNvSpPr>
            <a:spLocks noGrp="1"/>
          </p:cNvSpPr>
          <p:nvPr>
            <p:ph/>
          </p:nvPr>
        </p:nvSpPr>
        <p:spPr>
          <a:xfrm>
            <a:off x="9635040" y="192528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4640" spc="-1" strike="noStrike">
              <a:latin typeface="Arial"/>
            </a:endParaRPr>
          </a:p>
        </p:txBody>
      </p:sp>
      <p:sp>
        <p:nvSpPr>
          <p:cNvPr id="284" name="PlaceHolder 5"/>
          <p:cNvSpPr>
            <a:spLocks noGrp="1"/>
          </p:cNvSpPr>
          <p:nvPr>
            <p:ph/>
          </p:nvPr>
        </p:nvSpPr>
        <p:spPr>
          <a:xfrm>
            <a:off x="731520" y="441828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4640" spc="-1" strike="noStrike">
              <a:latin typeface="Arial"/>
            </a:endParaRPr>
          </a:p>
        </p:txBody>
      </p:sp>
      <p:sp>
        <p:nvSpPr>
          <p:cNvPr id="285" name="PlaceHolder 6"/>
          <p:cNvSpPr>
            <a:spLocks noGrp="1"/>
          </p:cNvSpPr>
          <p:nvPr>
            <p:ph/>
          </p:nvPr>
        </p:nvSpPr>
        <p:spPr>
          <a:xfrm>
            <a:off x="5183280" y="441828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4640" spc="-1" strike="noStrike">
              <a:latin typeface="Arial"/>
            </a:endParaRPr>
          </a:p>
        </p:txBody>
      </p:sp>
      <p:sp>
        <p:nvSpPr>
          <p:cNvPr id="286" name="PlaceHolder 7"/>
          <p:cNvSpPr>
            <a:spLocks noGrp="1"/>
          </p:cNvSpPr>
          <p:nvPr>
            <p:ph/>
          </p:nvPr>
        </p:nvSpPr>
        <p:spPr>
          <a:xfrm>
            <a:off x="9635040" y="441828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4640" spc="-1" strike="noStrike">
              <a:latin typeface="Arial"/>
            </a:endParaRPr>
          </a:p>
        </p:txBody>
      </p:sp>
    </p:spTree>
  </p:cSld>
</p:sldLayout>
</file>

<file path=ppt/slideLayouts/slideLayout8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8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PlaceHolder 1"/>
          <p:cNvSpPr>
            <a:spLocks noGrp="1"/>
          </p:cNvSpPr>
          <p:nvPr>
            <p:ph type="title"/>
          </p:nvPr>
        </p:nvSpPr>
        <p:spPr>
          <a:xfrm>
            <a:off x="731520" y="32796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8730" spc="-1" strike="noStrike">
              <a:latin typeface="Arial"/>
            </a:endParaRPr>
          </a:p>
        </p:txBody>
      </p:sp>
      <p:sp>
        <p:nvSpPr>
          <p:cNvPr id="293" name="PlaceHolder 2"/>
          <p:cNvSpPr>
            <a:spLocks noGrp="1"/>
          </p:cNvSpPr>
          <p:nvPr>
            <p:ph type="subTitle"/>
          </p:nvPr>
        </p:nvSpPr>
        <p:spPr>
          <a:xfrm>
            <a:off x="731520" y="192528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8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PlaceHolder 1"/>
          <p:cNvSpPr>
            <a:spLocks noGrp="1"/>
          </p:cNvSpPr>
          <p:nvPr>
            <p:ph type="title"/>
          </p:nvPr>
        </p:nvSpPr>
        <p:spPr>
          <a:xfrm>
            <a:off x="731520" y="32796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8730" spc="-1" strike="noStrike">
              <a:latin typeface="Arial"/>
            </a:endParaRPr>
          </a:p>
        </p:txBody>
      </p:sp>
      <p:sp>
        <p:nvSpPr>
          <p:cNvPr id="295" name="PlaceHolder 2"/>
          <p:cNvSpPr>
            <a:spLocks noGrp="1"/>
          </p:cNvSpPr>
          <p:nvPr>
            <p:ph/>
          </p:nvPr>
        </p:nvSpPr>
        <p:spPr>
          <a:xfrm>
            <a:off x="731520" y="192528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4640" spc="-1" strike="noStrike">
              <a:latin typeface="Arial"/>
            </a:endParaRPr>
          </a:p>
        </p:txBody>
      </p:sp>
    </p:spTree>
  </p:cSld>
</p:sldLayout>
</file>

<file path=ppt/slideLayouts/slideLayout8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PlaceHolder 1"/>
          <p:cNvSpPr>
            <a:spLocks noGrp="1"/>
          </p:cNvSpPr>
          <p:nvPr>
            <p:ph type="title"/>
          </p:nvPr>
        </p:nvSpPr>
        <p:spPr>
          <a:xfrm>
            <a:off x="731520" y="32796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8730" spc="-1" strike="noStrike">
              <a:latin typeface="Arial"/>
            </a:endParaRPr>
          </a:p>
        </p:txBody>
      </p:sp>
      <p:sp>
        <p:nvSpPr>
          <p:cNvPr id="297" name="PlaceHolder 2"/>
          <p:cNvSpPr>
            <a:spLocks noGrp="1"/>
          </p:cNvSpPr>
          <p:nvPr>
            <p:ph/>
          </p:nvPr>
        </p:nvSpPr>
        <p:spPr>
          <a:xfrm>
            <a:off x="731520" y="1925280"/>
            <a:ext cx="642528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4640" spc="-1" strike="noStrike">
              <a:latin typeface="Arial"/>
            </a:endParaRPr>
          </a:p>
        </p:txBody>
      </p:sp>
      <p:sp>
        <p:nvSpPr>
          <p:cNvPr id="298" name="PlaceHolder 3"/>
          <p:cNvSpPr>
            <a:spLocks noGrp="1"/>
          </p:cNvSpPr>
          <p:nvPr>
            <p:ph/>
          </p:nvPr>
        </p:nvSpPr>
        <p:spPr>
          <a:xfrm>
            <a:off x="7478280" y="1925280"/>
            <a:ext cx="642528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4640" spc="-1" strike="noStrike">
              <a:latin typeface="Arial"/>
            </a:endParaRPr>
          </a:p>
        </p:txBody>
      </p:sp>
    </p:spTree>
  </p:cSld>
</p:sldLayout>
</file>

<file path=ppt/slideLayouts/slideLayout8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PlaceHolder 1"/>
          <p:cNvSpPr>
            <a:spLocks noGrp="1"/>
          </p:cNvSpPr>
          <p:nvPr>
            <p:ph type="title"/>
          </p:nvPr>
        </p:nvSpPr>
        <p:spPr>
          <a:xfrm>
            <a:off x="731520" y="32796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8730" spc="-1" strike="noStrike">
              <a:latin typeface="Arial"/>
            </a:endParaRPr>
          </a:p>
        </p:txBody>
      </p:sp>
    </p:spTree>
  </p:cSld>
</p:sldLayout>
</file>

<file path=ppt/slideLayouts/slideLayout9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PlaceHolder 1"/>
          <p:cNvSpPr>
            <a:spLocks noGrp="1"/>
          </p:cNvSpPr>
          <p:nvPr>
            <p:ph type="subTitle"/>
          </p:nvPr>
        </p:nvSpPr>
        <p:spPr>
          <a:xfrm>
            <a:off x="731520" y="327960"/>
            <a:ext cx="13167000" cy="636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9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PlaceHolder 1"/>
          <p:cNvSpPr>
            <a:spLocks noGrp="1"/>
          </p:cNvSpPr>
          <p:nvPr>
            <p:ph type="title"/>
          </p:nvPr>
        </p:nvSpPr>
        <p:spPr>
          <a:xfrm>
            <a:off x="731520" y="32796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8730" spc="-1" strike="noStrike">
              <a:latin typeface="Arial"/>
            </a:endParaRPr>
          </a:p>
        </p:txBody>
      </p:sp>
      <p:sp>
        <p:nvSpPr>
          <p:cNvPr id="302" name="PlaceHolder 2"/>
          <p:cNvSpPr>
            <a:spLocks noGrp="1"/>
          </p:cNvSpPr>
          <p:nvPr>
            <p:ph/>
          </p:nvPr>
        </p:nvSpPr>
        <p:spPr>
          <a:xfrm>
            <a:off x="731520" y="192528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4640" spc="-1" strike="noStrike">
              <a:latin typeface="Arial"/>
            </a:endParaRPr>
          </a:p>
        </p:txBody>
      </p:sp>
      <p:sp>
        <p:nvSpPr>
          <p:cNvPr id="303" name="PlaceHolder 3"/>
          <p:cNvSpPr>
            <a:spLocks noGrp="1"/>
          </p:cNvSpPr>
          <p:nvPr>
            <p:ph/>
          </p:nvPr>
        </p:nvSpPr>
        <p:spPr>
          <a:xfrm>
            <a:off x="7478280" y="1925280"/>
            <a:ext cx="642528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4640" spc="-1" strike="noStrike">
              <a:latin typeface="Arial"/>
            </a:endParaRPr>
          </a:p>
        </p:txBody>
      </p:sp>
      <p:sp>
        <p:nvSpPr>
          <p:cNvPr id="304" name="PlaceHolder 4"/>
          <p:cNvSpPr>
            <a:spLocks noGrp="1"/>
          </p:cNvSpPr>
          <p:nvPr>
            <p:ph/>
          </p:nvPr>
        </p:nvSpPr>
        <p:spPr>
          <a:xfrm>
            <a:off x="731520" y="441828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4640" spc="-1" strike="noStrike">
              <a:latin typeface="Arial"/>
            </a:endParaRPr>
          </a:p>
        </p:txBody>
      </p:sp>
    </p:spTree>
  </p:cSld>
</p:sldLayout>
</file>

<file path=ppt/slideLayouts/slideLayout9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PlaceHolder 1"/>
          <p:cNvSpPr>
            <a:spLocks noGrp="1"/>
          </p:cNvSpPr>
          <p:nvPr>
            <p:ph type="title"/>
          </p:nvPr>
        </p:nvSpPr>
        <p:spPr>
          <a:xfrm>
            <a:off x="731520" y="32796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8730" spc="-1" strike="noStrike">
              <a:latin typeface="Arial"/>
            </a:endParaRPr>
          </a:p>
        </p:txBody>
      </p:sp>
      <p:sp>
        <p:nvSpPr>
          <p:cNvPr id="306" name="PlaceHolder 2"/>
          <p:cNvSpPr>
            <a:spLocks noGrp="1"/>
          </p:cNvSpPr>
          <p:nvPr>
            <p:ph/>
          </p:nvPr>
        </p:nvSpPr>
        <p:spPr>
          <a:xfrm>
            <a:off x="731520" y="1925280"/>
            <a:ext cx="642528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4640" spc="-1" strike="noStrike">
              <a:latin typeface="Arial"/>
            </a:endParaRPr>
          </a:p>
        </p:txBody>
      </p:sp>
      <p:sp>
        <p:nvSpPr>
          <p:cNvPr id="307" name="PlaceHolder 3"/>
          <p:cNvSpPr>
            <a:spLocks noGrp="1"/>
          </p:cNvSpPr>
          <p:nvPr>
            <p:ph/>
          </p:nvPr>
        </p:nvSpPr>
        <p:spPr>
          <a:xfrm>
            <a:off x="7478280" y="192528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4640" spc="-1" strike="noStrike">
              <a:latin typeface="Arial"/>
            </a:endParaRPr>
          </a:p>
        </p:txBody>
      </p:sp>
      <p:sp>
        <p:nvSpPr>
          <p:cNvPr id="308" name="PlaceHolder 4"/>
          <p:cNvSpPr>
            <a:spLocks noGrp="1"/>
          </p:cNvSpPr>
          <p:nvPr>
            <p:ph/>
          </p:nvPr>
        </p:nvSpPr>
        <p:spPr>
          <a:xfrm>
            <a:off x="7478280" y="441828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4640" spc="-1" strike="noStrike">
              <a:latin typeface="Arial"/>
            </a:endParaRPr>
          </a:p>
        </p:txBody>
      </p:sp>
    </p:spTree>
  </p:cSld>
</p:sldLayout>
</file>

<file path=ppt/slideLayouts/slideLayout9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PlaceHolder 1"/>
          <p:cNvSpPr>
            <a:spLocks noGrp="1"/>
          </p:cNvSpPr>
          <p:nvPr>
            <p:ph type="title"/>
          </p:nvPr>
        </p:nvSpPr>
        <p:spPr>
          <a:xfrm>
            <a:off x="731520" y="32796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8730" spc="-1" strike="noStrike">
              <a:latin typeface="Arial"/>
            </a:endParaRPr>
          </a:p>
        </p:txBody>
      </p:sp>
      <p:sp>
        <p:nvSpPr>
          <p:cNvPr id="310" name="PlaceHolder 2"/>
          <p:cNvSpPr>
            <a:spLocks noGrp="1"/>
          </p:cNvSpPr>
          <p:nvPr>
            <p:ph/>
          </p:nvPr>
        </p:nvSpPr>
        <p:spPr>
          <a:xfrm>
            <a:off x="731520" y="192528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4640" spc="-1" strike="noStrike">
              <a:latin typeface="Arial"/>
            </a:endParaRPr>
          </a:p>
        </p:txBody>
      </p:sp>
      <p:sp>
        <p:nvSpPr>
          <p:cNvPr id="311" name="PlaceHolder 3"/>
          <p:cNvSpPr>
            <a:spLocks noGrp="1"/>
          </p:cNvSpPr>
          <p:nvPr>
            <p:ph/>
          </p:nvPr>
        </p:nvSpPr>
        <p:spPr>
          <a:xfrm>
            <a:off x="7478280" y="192528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4640" spc="-1" strike="noStrike">
              <a:latin typeface="Arial"/>
            </a:endParaRPr>
          </a:p>
        </p:txBody>
      </p:sp>
      <p:sp>
        <p:nvSpPr>
          <p:cNvPr id="312" name="PlaceHolder 4"/>
          <p:cNvSpPr>
            <a:spLocks noGrp="1"/>
          </p:cNvSpPr>
          <p:nvPr>
            <p:ph/>
          </p:nvPr>
        </p:nvSpPr>
        <p:spPr>
          <a:xfrm>
            <a:off x="731520" y="4418280"/>
            <a:ext cx="1316700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4640" spc="-1" strike="noStrike">
              <a:latin typeface="Arial"/>
            </a:endParaRPr>
          </a:p>
        </p:txBody>
      </p:sp>
    </p:spTree>
  </p:cSld>
</p:sldLayout>
</file>

<file path=ppt/slideLayouts/slideLayout9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PlaceHolder 1"/>
          <p:cNvSpPr>
            <a:spLocks noGrp="1"/>
          </p:cNvSpPr>
          <p:nvPr>
            <p:ph type="title"/>
          </p:nvPr>
        </p:nvSpPr>
        <p:spPr>
          <a:xfrm>
            <a:off x="731520" y="32796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8730" spc="-1" strike="noStrike">
              <a:latin typeface="Arial"/>
            </a:endParaRPr>
          </a:p>
        </p:txBody>
      </p:sp>
      <p:sp>
        <p:nvSpPr>
          <p:cNvPr id="314" name="PlaceHolder 2"/>
          <p:cNvSpPr>
            <a:spLocks noGrp="1"/>
          </p:cNvSpPr>
          <p:nvPr>
            <p:ph/>
          </p:nvPr>
        </p:nvSpPr>
        <p:spPr>
          <a:xfrm>
            <a:off x="731520" y="1925280"/>
            <a:ext cx="1316700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4640" spc="-1" strike="noStrike">
              <a:latin typeface="Arial"/>
            </a:endParaRPr>
          </a:p>
        </p:txBody>
      </p:sp>
      <p:sp>
        <p:nvSpPr>
          <p:cNvPr id="315" name="PlaceHolder 3"/>
          <p:cNvSpPr>
            <a:spLocks noGrp="1"/>
          </p:cNvSpPr>
          <p:nvPr>
            <p:ph/>
          </p:nvPr>
        </p:nvSpPr>
        <p:spPr>
          <a:xfrm>
            <a:off x="731520" y="4418280"/>
            <a:ext cx="1316700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4640" spc="-1" strike="noStrike">
              <a:latin typeface="Arial"/>
            </a:endParaRPr>
          </a:p>
        </p:txBody>
      </p:sp>
    </p:spTree>
  </p:cSld>
</p:sldLayout>
</file>

<file path=ppt/slideLayouts/slideLayout9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PlaceHolder 1"/>
          <p:cNvSpPr>
            <a:spLocks noGrp="1"/>
          </p:cNvSpPr>
          <p:nvPr>
            <p:ph type="title"/>
          </p:nvPr>
        </p:nvSpPr>
        <p:spPr>
          <a:xfrm>
            <a:off x="731520" y="32796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8730" spc="-1" strike="noStrike">
              <a:latin typeface="Arial"/>
            </a:endParaRPr>
          </a:p>
        </p:txBody>
      </p:sp>
      <p:sp>
        <p:nvSpPr>
          <p:cNvPr id="317" name="PlaceHolder 2"/>
          <p:cNvSpPr>
            <a:spLocks noGrp="1"/>
          </p:cNvSpPr>
          <p:nvPr>
            <p:ph/>
          </p:nvPr>
        </p:nvSpPr>
        <p:spPr>
          <a:xfrm>
            <a:off x="731520" y="192528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4640" spc="-1" strike="noStrike">
              <a:latin typeface="Arial"/>
            </a:endParaRPr>
          </a:p>
        </p:txBody>
      </p:sp>
      <p:sp>
        <p:nvSpPr>
          <p:cNvPr id="318" name="PlaceHolder 3"/>
          <p:cNvSpPr>
            <a:spLocks noGrp="1"/>
          </p:cNvSpPr>
          <p:nvPr>
            <p:ph/>
          </p:nvPr>
        </p:nvSpPr>
        <p:spPr>
          <a:xfrm>
            <a:off x="7478280" y="192528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4640" spc="-1" strike="noStrike">
              <a:latin typeface="Arial"/>
            </a:endParaRPr>
          </a:p>
        </p:txBody>
      </p:sp>
      <p:sp>
        <p:nvSpPr>
          <p:cNvPr id="319" name="PlaceHolder 4"/>
          <p:cNvSpPr>
            <a:spLocks noGrp="1"/>
          </p:cNvSpPr>
          <p:nvPr>
            <p:ph/>
          </p:nvPr>
        </p:nvSpPr>
        <p:spPr>
          <a:xfrm>
            <a:off x="731520" y="441828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4640" spc="-1" strike="noStrike">
              <a:latin typeface="Arial"/>
            </a:endParaRPr>
          </a:p>
        </p:txBody>
      </p:sp>
      <p:sp>
        <p:nvSpPr>
          <p:cNvPr id="320" name="PlaceHolder 5"/>
          <p:cNvSpPr>
            <a:spLocks noGrp="1"/>
          </p:cNvSpPr>
          <p:nvPr>
            <p:ph/>
          </p:nvPr>
        </p:nvSpPr>
        <p:spPr>
          <a:xfrm>
            <a:off x="7478280" y="441828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4640" spc="-1" strike="noStrike">
              <a:latin typeface="Arial"/>
            </a:endParaRPr>
          </a:p>
        </p:txBody>
      </p:sp>
    </p:spTree>
  </p:cSld>
</p:sldLayout>
</file>

<file path=ppt/slideLayouts/slideLayout9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PlaceHolder 1"/>
          <p:cNvSpPr>
            <a:spLocks noGrp="1"/>
          </p:cNvSpPr>
          <p:nvPr>
            <p:ph type="title"/>
          </p:nvPr>
        </p:nvSpPr>
        <p:spPr>
          <a:xfrm>
            <a:off x="731520" y="32796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8730" spc="-1" strike="noStrike">
              <a:latin typeface="Arial"/>
            </a:endParaRPr>
          </a:p>
        </p:txBody>
      </p:sp>
      <p:sp>
        <p:nvSpPr>
          <p:cNvPr id="322" name="PlaceHolder 2"/>
          <p:cNvSpPr>
            <a:spLocks noGrp="1"/>
          </p:cNvSpPr>
          <p:nvPr>
            <p:ph/>
          </p:nvPr>
        </p:nvSpPr>
        <p:spPr>
          <a:xfrm>
            <a:off x="731520" y="192528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4640" spc="-1" strike="noStrike">
              <a:latin typeface="Arial"/>
            </a:endParaRPr>
          </a:p>
        </p:txBody>
      </p:sp>
      <p:sp>
        <p:nvSpPr>
          <p:cNvPr id="323" name="PlaceHolder 3"/>
          <p:cNvSpPr>
            <a:spLocks noGrp="1"/>
          </p:cNvSpPr>
          <p:nvPr>
            <p:ph/>
          </p:nvPr>
        </p:nvSpPr>
        <p:spPr>
          <a:xfrm>
            <a:off x="5183280" y="192528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4640" spc="-1" strike="noStrike">
              <a:latin typeface="Arial"/>
            </a:endParaRPr>
          </a:p>
        </p:txBody>
      </p:sp>
      <p:sp>
        <p:nvSpPr>
          <p:cNvPr id="324" name="PlaceHolder 4"/>
          <p:cNvSpPr>
            <a:spLocks noGrp="1"/>
          </p:cNvSpPr>
          <p:nvPr>
            <p:ph/>
          </p:nvPr>
        </p:nvSpPr>
        <p:spPr>
          <a:xfrm>
            <a:off x="9635040" y="192528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4640" spc="-1" strike="noStrike">
              <a:latin typeface="Arial"/>
            </a:endParaRPr>
          </a:p>
        </p:txBody>
      </p:sp>
      <p:sp>
        <p:nvSpPr>
          <p:cNvPr id="325" name="PlaceHolder 5"/>
          <p:cNvSpPr>
            <a:spLocks noGrp="1"/>
          </p:cNvSpPr>
          <p:nvPr>
            <p:ph/>
          </p:nvPr>
        </p:nvSpPr>
        <p:spPr>
          <a:xfrm>
            <a:off x="731520" y="441828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4640" spc="-1" strike="noStrike">
              <a:latin typeface="Arial"/>
            </a:endParaRPr>
          </a:p>
        </p:txBody>
      </p:sp>
      <p:sp>
        <p:nvSpPr>
          <p:cNvPr id="326" name="PlaceHolder 6"/>
          <p:cNvSpPr>
            <a:spLocks noGrp="1"/>
          </p:cNvSpPr>
          <p:nvPr>
            <p:ph/>
          </p:nvPr>
        </p:nvSpPr>
        <p:spPr>
          <a:xfrm>
            <a:off x="5183280" y="441828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4640" spc="-1" strike="noStrike">
              <a:latin typeface="Arial"/>
            </a:endParaRPr>
          </a:p>
        </p:txBody>
      </p:sp>
      <p:sp>
        <p:nvSpPr>
          <p:cNvPr id="327" name="PlaceHolder 7"/>
          <p:cNvSpPr>
            <a:spLocks noGrp="1"/>
          </p:cNvSpPr>
          <p:nvPr>
            <p:ph/>
          </p:nvPr>
        </p:nvSpPr>
        <p:spPr>
          <a:xfrm>
            <a:off x="9635040" y="441828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4640" spc="-1" strike="noStrike">
              <a:latin typeface="Arial"/>
            </a:endParaRPr>
          </a:p>
        </p:txBody>
      </p:sp>
    </p:spTree>
  </p:cSld>
</p:sldLayout>
</file>

<file path=ppt/slideLayouts/slideLayout9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9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PlaceHolder 1"/>
          <p:cNvSpPr>
            <a:spLocks noGrp="1"/>
          </p:cNvSpPr>
          <p:nvPr>
            <p:ph type="title"/>
          </p:nvPr>
        </p:nvSpPr>
        <p:spPr>
          <a:xfrm>
            <a:off x="731520" y="32796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8730" spc="-1" strike="noStrike">
              <a:latin typeface="Arial"/>
            </a:endParaRPr>
          </a:p>
        </p:txBody>
      </p:sp>
      <p:sp>
        <p:nvSpPr>
          <p:cNvPr id="334" name="PlaceHolder 2"/>
          <p:cNvSpPr>
            <a:spLocks noGrp="1"/>
          </p:cNvSpPr>
          <p:nvPr>
            <p:ph type="subTitle"/>
          </p:nvPr>
        </p:nvSpPr>
        <p:spPr>
          <a:xfrm>
            <a:off x="731520" y="192528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9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PlaceHolder 1"/>
          <p:cNvSpPr>
            <a:spLocks noGrp="1"/>
          </p:cNvSpPr>
          <p:nvPr>
            <p:ph type="title"/>
          </p:nvPr>
        </p:nvSpPr>
        <p:spPr>
          <a:xfrm>
            <a:off x="731520" y="32796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8730" spc="-1" strike="noStrike">
              <a:latin typeface="Arial"/>
            </a:endParaRPr>
          </a:p>
        </p:txBody>
      </p:sp>
      <p:sp>
        <p:nvSpPr>
          <p:cNvPr id="336" name="PlaceHolder 2"/>
          <p:cNvSpPr>
            <a:spLocks noGrp="1"/>
          </p:cNvSpPr>
          <p:nvPr>
            <p:ph/>
          </p:nvPr>
        </p:nvSpPr>
        <p:spPr>
          <a:xfrm>
            <a:off x="731520" y="192528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4640" spc="-1" strike="noStrike">
              <a:latin typeface="Arial"/>
            </a:endParaRPr>
          </a:p>
        </p:txBody>
      </p:sp>
    </p:spTree>
  </p:cSld>
</p:sldLayout>
</file>

<file path=ppt/slideLayouts/slideLayout10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PlaceHolder 1"/>
          <p:cNvSpPr>
            <a:spLocks noGrp="1"/>
          </p:cNvSpPr>
          <p:nvPr>
            <p:ph type="title"/>
          </p:nvPr>
        </p:nvSpPr>
        <p:spPr>
          <a:xfrm>
            <a:off x="731520" y="32796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8730" spc="-1" strike="noStrike">
              <a:latin typeface="Arial"/>
            </a:endParaRPr>
          </a:p>
        </p:txBody>
      </p:sp>
      <p:sp>
        <p:nvSpPr>
          <p:cNvPr id="338" name="PlaceHolder 2"/>
          <p:cNvSpPr>
            <a:spLocks noGrp="1"/>
          </p:cNvSpPr>
          <p:nvPr>
            <p:ph/>
          </p:nvPr>
        </p:nvSpPr>
        <p:spPr>
          <a:xfrm>
            <a:off x="731520" y="1925280"/>
            <a:ext cx="642528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4640" spc="-1" strike="noStrike">
              <a:latin typeface="Arial"/>
            </a:endParaRPr>
          </a:p>
        </p:txBody>
      </p:sp>
      <p:sp>
        <p:nvSpPr>
          <p:cNvPr id="339" name="PlaceHolder 3"/>
          <p:cNvSpPr>
            <a:spLocks noGrp="1"/>
          </p:cNvSpPr>
          <p:nvPr>
            <p:ph/>
          </p:nvPr>
        </p:nvSpPr>
        <p:spPr>
          <a:xfrm>
            <a:off x="7478280" y="1925280"/>
            <a:ext cx="642528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4640" spc="-1" strike="noStrike">
              <a:latin typeface="Arial"/>
            </a:endParaRPr>
          </a:p>
        </p:txBody>
      </p:sp>
    </p:spTree>
  </p:cSld>
</p:sldLayout>
</file>

<file path=ppt/slideLayouts/slideLayout10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PlaceHolder 1"/>
          <p:cNvSpPr>
            <a:spLocks noGrp="1"/>
          </p:cNvSpPr>
          <p:nvPr>
            <p:ph type="title"/>
          </p:nvPr>
        </p:nvSpPr>
        <p:spPr>
          <a:xfrm>
            <a:off x="731520" y="32796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8730" spc="-1" strike="noStrike">
              <a:latin typeface="Arial"/>
            </a:endParaRPr>
          </a:p>
        </p:txBody>
      </p:sp>
    </p:spTree>
  </p:cSld>
</p:sldLayout>
</file>

<file path=ppt/slideLayouts/slideLayout10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PlaceHolder 1"/>
          <p:cNvSpPr>
            <a:spLocks noGrp="1"/>
          </p:cNvSpPr>
          <p:nvPr>
            <p:ph type="subTitle"/>
          </p:nvPr>
        </p:nvSpPr>
        <p:spPr>
          <a:xfrm>
            <a:off x="731520" y="327960"/>
            <a:ext cx="13167000" cy="636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0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PlaceHolder 1"/>
          <p:cNvSpPr>
            <a:spLocks noGrp="1"/>
          </p:cNvSpPr>
          <p:nvPr>
            <p:ph type="title"/>
          </p:nvPr>
        </p:nvSpPr>
        <p:spPr>
          <a:xfrm>
            <a:off x="731520" y="32796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8730" spc="-1" strike="noStrike">
              <a:latin typeface="Arial"/>
            </a:endParaRPr>
          </a:p>
        </p:txBody>
      </p:sp>
      <p:sp>
        <p:nvSpPr>
          <p:cNvPr id="343" name="PlaceHolder 2"/>
          <p:cNvSpPr>
            <a:spLocks noGrp="1"/>
          </p:cNvSpPr>
          <p:nvPr>
            <p:ph/>
          </p:nvPr>
        </p:nvSpPr>
        <p:spPr>
          <a:xfrm>
            <a:off x="731520" y="192528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4640" spc="-1" strike="noStrike">
              <a:latin typeface="Arial"/>
            </a:endParaRPr>
          </a:p>
        </p:txBody>
      </p:sp>
      <p:sp>
        <p:nvSpPr>
          <p:cNvPr id="344" name="PlaceHolder 3"/>
          <p:cNvSpPr>
            <a:spLocks noGrp="1"/>
          </p:cNvSpPr>
          <p:nvPr>
            <p:ph/>
          </p:nvPr>
        </p:nvSpPr>
        <p:spPr>
          <a:xfrm>
            <a:off x="7478280" y="1925280"/>
            <a:ext cx="642528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4640" spc="-1" strike="noStrike">
              <a:latin typeface="Arial"/>
            </a:endParaRPr>
          </a:p>
        </p:txBody>
      </p:sp>
      <p:sp>
        <p:nvSpPr>
          <p:cNvPr id="345" name="PlaceHolder 4"/>
          <p:cNvSpPr>
            <a:spLocks noGrp="1"/>
          </p:cNvSpPr>
          <p:nvPr>
            <p:ph/>
          </p:nvPr>
        </p:nvSpPr>
        <p:spPr>
          <a:xfrm>
            <a:off x="731520" y="441828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4640" spc="-1" strike="noStrike">
              <a:latin typeface="Arial"/>
            </a:endParaRPr>
          </a:p>
        </p:txBody>
      </p:sp>
    </p:spTree>
  </p:cSld>
</p:sldLayout>
</file>

<file path=ppt/slideLayouts/slideLayout10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PlaceHolder 1"/>
          <p:cNvSpPr>
            <a:spLocks noGrp="1"/>
          </p:cNvSpPr>
          <p:nvPr>
            <p:ph type="title"/>
          </p:nvPr>
        </p:nvSpPr>
        <p:spPr>
          <a:xfrm>
            <a:off x="731520" y="32796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8730" spc="-1" strike="noStrike">
              <a:latin typeface="Arial"/>
            </a:endParaRPr>
          </a:p>
        </p:txBody>
      </p:sp>
      <p:sp>
        <p:nvSpPr>
          <p:cNvPr id="347" name="PlaceHolder 2"/>
          <p:cNvSpPr>
            <a:spLocks noGrp="1"/>
          </p:cNvSpPr>
          <p:nvPr>
            <p:ph/>
          </p:nvPr>
        </p:nvSpPr>
        <p:spPr>
          <a:xfrm>
            <a:off x="731520" y="1925280"/>
            <a:ext cx="642528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4640" spc="-1" strike="noStrike">
              <a:latin typeface="Arial"/>
            </a:endParaRPr>
          </a:p>
        </p:txBody>
      </p:sp>
      <p:sp>
        <p:nvSpPr>
          <p:cNvPr id="348" name="PlaceHolder 3"/>
          <p:cNvSpPr>
            <a:spLocks noGrp="1"/>
          </p:cNvSpPr>
          <p:nvPr>
            <p:ph/>
          </p:nvPr>
        </p:nvSpPr>
        <p:spPr>
          <a:xfrm>
            <a:off x="7478280" y="192528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4640" spc="-1" strike="noStrike">
              <a:latin typeface="Arial"/>
            </a:endParaRPr>
          </a:p>
        </p:txBody>
      </p:sp>
      <p:sp>
        <p:nvSpPr>
          <p:cNvPr id="349" name="PlaceHolder 4"/>
          <p:cNvSpPr>
            <a:spLocks noGrp="1"/>
          </p:cNvSpPr>
          <p:nvPr>
            <p:ph/>
          </p:nvPr>
        </p:nvSpPr>
        <p:spPr>
          <a:xfrm>
            <a:off x="7478280" y="441828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4640" spc="-1" strike="noStrike">
              <a:latin typeface="Arial"/>
            </a:endParaRPr>
          </a:p>
        </p:txBody>
      </p:sp>
    </p:spTree>
  </p:cSld>
</p:sldLayout>
</file>

<file path=ppt/slideLayouts/slideLayout10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PlaceHolder 1"/>
          <p:cNvSpPr>
            <a:spLocks noGrp="1"/>
          </p:cNvSpPr>
          <p:nvPr>
            <p:ph type="title"/>
          </p:nvPr>
        </p:nvSpPr>
        <p:spPr>
          <a:xfrm>
            <a:off x="731520" y="32796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8730" spc="-1" strike="noStrike">
              <a:latin typeface="Arial"/>
            </a:endParaRPr>
          </a:p>
        </p:txBody>
      </p:sp>
      <p:sp>
        <p:nvSpPr>
          <p:cNvPr id="351" name="PlaceHolder 2"/>
          <p:cNvSpPr>
            <a:spLocks noGrp="1"/>
          </p:cNvSpPr>
          <p:nvPr>
            <p:ph/>
          </p:nvPr>
        </p:nvSpPr>
        <p:spPr>
          <a:xfrm>
            <a:off x="731520" y="192528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4640" spc="-1" strike="noStrike">
              <a:latin typeface="Arial"/>
            </a:endParaRPr>
          </a:p>
        </p:txBody>
      </p:sp>
      <p:sp>
        <p:nvSpPr>
          <p:cNvPr id="352" name="PlaceHolder 3"/>
          <p:cNvSpPr>
            <a:spLocks noGrp="1"/>
          </p:cNvSpPr>
          <p:nvPr>
            <p:ph/>
          </p:nvPr>
        </p:nvSpPr>
        <p:spPr>
          <a:xfrm>
            <a:off x="7478280" y="192528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4640" spc="-1" strike="noStrike">
              <a:latin typeface="Arial"/>
            </a:endParaRPr>
          </a:p>
        </p:txBody>
      </p:sp>
      <p:sp>
        <p:nvSpPr>
          <p:cNvPr id="353" name="PlaceHolder 4"/>
          <p:cNvSpPr>
            <a:spLocks noGrp="1"/>
          </p:cNvSpPr>
          <p:nvPr>
            <p:ph/>
          </p:nvPr>
        </p:nvSpPr>
        <p:spPr>
          <a:xfrm>
            <a:off x="731520" y="4418280"/>
            <a:ext cx="1316700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4640" spc="-1" strike="noStrike">
              <a:latin typeface="Arial"/>
            </a:endParaRPr>
          </a:p>
        </p:txBody>
      </p:sp>
    </p:spTree>
  </p:cSld>
</p:sldLayout>
</file>

<file path=ppt/slideLayouts/slideLayout10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PlaceHolder 1"/>
          <p:cNvSpPr>
            <a:spLocks noGrp="1"/>
          </p:cNvSpPr>
          <p:nvPr>
            <p:ph type="title"/>
          </p:nvPr>
        </p:nvSpPr>
        <p:spPr>
          <a:xfrm>
            <a:off x="731520" y="32796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8730" spc="-1" strike="noStrike">
              <a:latin typeface="Arial"/>
            </a:endParaRPr>
          </a:p>
        </p:txBody>
      </p:sp>
      <p:sp>
        <p:nvSpPr>
          <p:cNvPr id="355" name="PlaceHolder 2"/>
          <p:cNvSpPr>
            <a:spLocks noGrp="1"/>
          </p:cNvSpPr>
          <p:nvPr>
            <p:ph/>
          </p:nvPr>
        </p:nvSpPr>
        <p:spPr>
          <a:xfrm>
            <a:off x="731520" y="1925280"/>
            <a:ext cx="1316700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4640" spc="-1" strike="noStrike">
              <a:latin typeface="Arial"/>
            </a:endParaRPr>
          </a:p>
        </p:txBody>
      </p:sp>
      <p:sp>
        <p:nvSpPr>
          <p:cNvPr id="356" name="PlaceHolder 3"/>
          <p:cNvSpPr>
            <a:spLocks noGrp="1"/>
          </p:cNvSpPr>
          <p:nvPr>
            <p:ph/>
          </p:nvPr>
        </p:nvSpPr>
        <p:spPr>
          <a:xfrm>
            <a:off x="731520" y="4418280"/>
            <a:ext cx="1316700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4640" spc="-1" strike="noStrike">
              <a:latin typeface="Arial"/>
            </a:endParaRPr>
          </a:p>
        </p:txBody>
      </p:sp>
    </p:spTree>
  </p:cSld>
</p:sldLayout>
</file>

<file path=ppt/slideLayouts/slideLayout10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PlaceHolder 1"/>
          <p:cNvSpPr>
            <a:spLocks noGrp="1"/>
          </p:cNvSpPr>
          <p:nvPr>
            <p:ph type="title"/>
          </p:nvPr>
        </p:nvSpPr>
        <p:spPr>
          <a:xfrm>
            <a:off x="731520" y="32796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8730" spc="-1" strike="noStrike">
              <a:latin typeface="Arial"/>
            </a:endParaRPr>
          </a:p>
        </p:txBody>
      </p:sp>
      <p:sp>
        <p:nvSpPr>
          <p:cNvPr id="358" name="PlaceHolder 2"/>
          <p:cNvSpPr>
            <a:spLocks noGrp="1"/>
          </p:cNvSpPr>
          <p:nvPr>
            <p:ph/>
          </p:nvPr>
        </p:nvSpPr>
        <p:spPr>
          <a:xfrm>
            <a:off x="731520" y="192528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4640" spc="-1" strike="noStrike">
              <a:latin typeface="Arial"/>
            </a:endParaRPr>
          </a:p>
        </p:txBody>
      </p:sp>
      <p:sp>
        <p:nvSpPr>
          <p:cNvPr id="359" name="PlaceHolder 3"/>
          <p:cNvSpPr>
            <a:spLocks noGrp="1"/>
          </p:cNvSpPr>
          <p:nvPr>
            <p:ph/>
          </p:nvPr>
        </p:nvSpPr>
        <p:spPr>
          <a:xfrm>
            <a:off x="7478280" y="192528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4640" spc="-1" strike="noStrike">
              <a:latin typeface="Arial"/>
            </a:endParaRPr>
          </a:p>
        </p:txBody>
      </p:sp>
      <p:sp>
        <p:nvSpPr>
          <p:cNvPr id="360" name="PlaceHolder 4"/>
          <p:cNvSpPr>
            <a:spLocks noGrp="1"/>
          </p:cNvSpPr>
          <p:nvPr>
            <p:ph/>
          </p:nvPr>
        </p:nvSpPr>
        <p:spPr>
          <a:xfrm>
            <a:off x="731520" y="441828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4640" spc="-1" strike="noStrike">
              <a:latin typeface="Arial"/>
            </a:endParaRPr>
          </a:p>
        </p:txBody>
      </p:sp>
      <p:sp>
        <p:nvSpPr>
          <p:cNvPr id="361" name="PlaceHolder 5"/>
          <p:cNvSpPr>
            <a:spLocks noGrp="1"/>
          </p:cNvSpPr>
          <p:nvPr>
            <p:ph/>
          </p:nvPr>
        </p:nvSpPr>
        <p:spPr>
          <a:xfrm>
            <a:off x="7478280" y="441828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4640" spc="-1" strike="noStrike">
              <a:latin typeface="Arial"/>
            </a:endParaRPr>
          </a:p>
        </p:txBody>
      </p:sp>
    </p:spTree>
  </p:cSld>
</p:sldLayout>
</file>

<file path=ppt/slideLayouts/slideLayout10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PlaceHolder 1"/>
          <p:cNvSpPr>
            <a:spLocks noGrp="1"/>
          </p:cNvSpPr>
          <p:nvPr>
            <p:ph type="title"/>
          </p:nvPr>
        </p:nvSpPr>
        <p:spPr>
          <a:xfrm>
            <a:off x="731520" y="32796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8730" spc="-1" strike="noStrike">
              <a:latin typeface="Arial"/>
            </a:endParaRPr>
          </a:p>
        </p:txBody>
      </p:sp>
      <p:sp>
        <p:nvSpPr>
          <p:cNvPr id="363" name="PlaceHolder 2"/>
          <p:cNvSpPr>
            <a:spLocks noGrp="1"/>
          </p:cNvSpPr>
          <p:nvPr>
            <p:ph/>
          </p:nvPr>
        </p:nvSpPr>
        <p:spPr>
          <a:xfrm>
            <a:off x="731520" y="192528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4640" spc="-1" strike="noStrike">
              <a:latin typeface="Arial"/>
            </a:endParaRPr>
          </a:p>
        </p:txBody>
      </p:sp>
      <p:sp>
        <p:nvSpPr>
          <p:cNvPr id="364" name="PlaceHolder 3"/>
          <p:cNvSpPr>
            <a:spLocks noGrp="1"/>
          </p:cNvSpPr>
          <p:nvPr>
            <p:ph/>
          </p:nvPr>
        </p:nvSpPr>
        <p:spPr>
          <a:xfrm>
            <a:off x="5183280" y="192528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4640" spc="-1" strike="noStrike">
              <a:latin typeface="Arial"/>
            </a:endParaRPr>
          </a:p>
        </p:txBody>
      </p:sp>
      <p:sp>
        <p:nvSpPr>
          <p:cNvPr id="365" name="PlaceHolder 4"/>
          <p:cNvSpPr>
            <a:spLocks noGrp="1"/>
          </p:cNvSpPr>
          <p:nvPr>
            <p:ph/>
          </p:nvPr>
        </p:nvSpPr>
        <p:spPr>
          <a:xfrm>
            <a:off x="9635040" y="192528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4640" spc="-1" strike="noStrike">
              <a:latin typeface="Arial"/>
            </a:endParaRPr>
          </a:p>
        </p:txBody>
      </p:sp>
      <p:sp>
        <p:nvSpPr>
          <p:cNvPr id="366" name="PlaceHolder 5"/>
          <p:cNvSpPr>
            <a:spLocks noGrp="1"/>
          </p:cNvSpPr>
          <p:nvPr>
            <p:ph/>
          </p:nvPr>
        </p:nvSpPr>
        <p:spPr>
          <a:xfrm>
            <a:off x="731520" y="441828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4640" spc="-1" strike="noStrike">
              <a:latin typeface="Arial"/>
            </a:endParaRPr>
          </a:p>
        </p:txBody>
      </p:sp>
      <p:sp>
        <p:nvSpPr>
          <p:cNvPr id="367" name="PlaceHolder 6"/>
          <p:cNvSpPr>
            <a:spLocks noGrp="1"/>
          </p:cNvSpPr>
          <p:nvPr>
            <p:ph/>
          </p:nvPr>
        </p:nvSpPr>
        <p:spPr>
          <a:xfrm>
            <a:off x="5183280" y="441828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4640" spc="-1" strike="noStrike">
              <a:latin typeface="Arial"/>
            </a:endParaRPr>
          </a:p>
        </p:txBody>
      </p:sp>
      <p:sp>
        <p:nvSpPr>
          <p:cNvPr id="368" name="PlaceHolder 7"/>
          <p:cNvSpPr>
            <a:spLocks noGrp="1"/>
          </p:cNvSpPr>
          <p:nvPr>
            <p:ph/>
          </p:nvPr>
        </p:nvSpPr>
        <p:spPr>
          <a:xfrm>
            <a:off x="9635040" y="441828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4640" spc="-1" strike="noStrike">
              <a:latin typeface="Arial"/>
            </a:endParaRPr>
          </a:p>
        </p:txBody>
      </p:sp>
    </p:spTree>
  </p:cSld>
</p:sldLayout>
</file>

<file path=ppt/slideLayouts/slideLayout10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PlaceHolder 1"/>
          <p:cNvSpPr>
            <a:spLocks noGrp="1"/>
          </p:cNvSpPr>
          <p:nvPr>
            <p:ph type="title"/>
          </p:nvPr>
        </p:nvSpPr>
        <p:spPr>
          <a:xfrm>
            <a:off x="731520" y="32796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8730" spc="-1" strike="noStrike">
              <a:latin typeface="Arial"/>
            </a:endParaRPr>
          </a:p>
        </p:txBody>
      </p:sp>
      <p:sp>
        <p:nvSpPr>
          <p:cNvPr id="375" name="PlaceHolder 2"/>
          <p:cNvSpPr>
            <a:spLocks noGrp="1"/>
          </p:cNvSpPr>
          <p:nvPr>
            <p:ph type="subTitle"/>
          </p:nvPr>
        </p:nvSpPr>
        <p:spPr>
          <a:xfrm>
            <a:off x="731520" y="192528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PlaceHolder 1"/>
          <p:cNvSpPr>
            <a:spLocks noGrp="1"/>
          </p:cNvSpPr>
          <p:nvPr>
            <p:ph type="title"/>
          </p:nvPr>
        </p:nvSpPr>
        <p:spPr>
          <a:xfrm>
            <a:off x="731520" y="32796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8730" spc="-1" strike="noStrike">
              <a:latin typeface="Arial"/>
            </a:endParaRPr>
          </a:p>
        </p:txBody>
      </p:sp>
      <p:sp>
        <p:nvSpPr>
          <p:cNvPr id="377" name="PlaceHolder 2"/>
          <p:cNvSpPr>
            <a:spLocks noGrp="1"/>
          </p:cNvSpPr>
          <p:nvPr>
            <p:ph/>
          </p:nvPr>
        </p:nvSpPr>
        <p:spPr>
          <a:xfrm>
            <a:off x="731520" y="192528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4640" spc="-1" strike="noStrike">
              <a:latin typeface="Arial"/>
            </a:endParaRPr>
          </a:p>
        </p:txBody>
      </p:sp>
    </p:spTree>
  </p:cSld>
</p:sldLayout>
</file>

<file path=ppt/slideLayouts/slideLayout1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PlaceHolder 1"/>
          <p:cNvSpPr>
            <a:spLocks noGrp="1"/>
          </p:cNvSpPr>
          <p:nvPr>
            <p:ph type="title"/>
          </p:nvPr>
        </p:nvSpPr>
        <p:spPr>
          <a:xfrm>
            <a:off x="731520" y="32796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8730" spc="-1" strike="noStrike">
              <a:latin typeface="Arial"/>
            </a:endParaRPr>
          </a:p>
        </p:txBody>
      </p:sp>
      <p:sp>
        <p:nvSpPr>
          <p:cNvPr id="379" name="PlaceHolder 2"/>
          <p:cNvSpPr>
            <a:spLocks noGrp="1"/>
          </p:cNvSpPr>
          <p:nvPr>
            <p:ph/>
          </p:nvPr>
        </p:nvSpPr>
        <p:spPr>
          <a:xfrm>
            <a:off x="731520" y="1925280"/>
            <a:ext cx="642528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4640" spc="-1" strike="noStrike">
              <a:latin typeface="Arial"/>
            </a:endParaRPr>
          </a:p>
        </p:txBody>
      </p:sp>
      <p:sp>
        <p:nvSpPr>
          <p:cNvPr id="380" name="PlaceHolder 3"/>
          <p:cNvSpPr>
            <a:spLocks noGrp="1"/>
          </p:cNvSpPr>
          <p:nvPr>
            <p:ph/>
          </p:nvPr>
        </p:nvSpPr>
        <p:spPr>
          <a:xfrm>
            <a:off x="7478280" y="1925280"/>
            <a:ext cx="642528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4640" spc="-1" strike="noStrike">
              <a:latin typeface="Arial"/>
            </a:endParaRPr>
          </a:p>
        </p:txBody>
      </p:sp>
    </p:spTree>
  </p:cSld>
</p:sldLayout>
</file>

<file path=ppt/slideLayouts/slideLayout1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PlaceHolder 1"/>
          <p:cNvSpPr>
            <a:spLocks noGrp="1"/>
          </p:cNvSpPr>
          <p:nvPr>
            <p:ph type="title"/>
          </p:nvPr>
        </p:nvSpPr>
        <p:spPr>
          <a:xfrm>
            <a:off x="731520" y="32796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8730" spc="-1" strike="noStrike">
              <a:latin typeface="Arial"/>
            </a:endParaRPr>
          </a:p>
        </p:txBody>
      </p:sp>
    </p:spTree>
  </p:cSld>
</p:sldLayout>
</file>

<file path=ppt/slideLayouts/slideLayout1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PlaceHolder 1"/>
          <p:cNvSpPr>
            <a:spLocks noGrp="1"/>
          </p:cNvSpPr>
          <p:nvPr>
            <p:ph type="subTitle"/>
          </p:nvPr>
        </p:nvSpPr>
        <p:spPr>
          <a:xfrm>
            <a:off x="731520" y="327960"/>
            <a:ext cx="13167000" cy="636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PlaceHolder 1"/>
          <p:cNvSpPr>
            <a:spLocks noGrp="1"/>
          </p:cNvSpPr>
          <p:nvPr>
            <p:ph type="title"/>
          </p:nvPr>
        </p:nvSpPr>
        <p:spPr>
          <a:xfrm>
            <a:off x="731520" y="32796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8730" spc="-1" strike="noStrike">
              <a:latin typeface="Arial"/>
            </a:endParaRPr>
          </a:p>
        </p:txBody>
      </p:sp>
      <p:sp>
        <p:nvSpPr>
          <p:cNvPr id="384" name="PlaceHolder 2"/>
          <p:cNvSpPr>
            <a:spLocks noGrp="1"/>
          </p:cNvSpPr>
          <p:nvPr>
            <p:ph/>
          </p:nvPr>
        </p:nvSpPr>
        <p:spPr>
          <a:xfrm>
            <a:off x="731520" y="192528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4640" spc="-1" strike="noStrike">
              <a:latin typeface="Arial"/>
            </a:endParaRPr>
          </a:p>
        </p:txBody>
      </p:sp>
      <p:sp>
        <p:nvSpPr>
          <p:cNvPr id="385" name="PlaceHolder 3"/>
          <p:cNvSpPr>
            <a:spLocks noGrp="1"/>
          </p:cNvSpPr>
          <p:nvPr>
            <p:ph/>
          </p:nvPr>
        </p:nvSpPr>
        <p:spPr>
          <a:xfrm>
            <a:off x="7478280" y="1925280"/>
            <a:ext cx="642528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4640" spc="-1" strike="noStrike">
              <a:latin typeface="Arial"/>
            </a:endParaRPr>
          </a:p>
        </p:txBody>
      </p:sp>
      <p:sp>
        <p:nvSpPr>
          <p:cNvPr id="386" name="PlaceHolder 4"/>
          <p:cNvSpPr>
            <a:spLocks noGrp="1"/>
          </p:cNvSpPr>
          <p:nvPr>
            <p:ph/>
          </p:nvPr>
        </p:nvSpPr>
        <p:spPr>
          <a:xfrm>
            <a:off x="731520" y="441828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4640" spc="-1" strike="noStrike">
              <a:latin typeface="Arial"/>
            </a:endParaRPr>
          </a:p>
        </p:txBody>
      </p:sp>
    </p:spTree>
  </p:cSld>
</p:sldLayout>
</file>

<file path=ppt/slideLayouts/slideLayout1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PlaceHolder 1"/>
          <p:cNvSpPr>
            <a:spLocks noGrp="1"/>
          </p:cNvSpPr>
          <p:nvPr>
            <p:ph type="title"/>
          </p:nvPr>
        </p:nvSpPr>
        <p:spPr>
          <a:xfrm>
            <a:off x="731520" y="32796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8730" spc="-1" strike="noStrike">
              <a:latin typeface="Arial"/>
            </a:endParaRPr>
          </a:p>
        </p:txBody>
      </p:sp>
      <p:sp>
        <p:nvSpPr>
          <p:cNvPr id="388" name="PlaceHolder 2"/>
          <p:cNvSpPr>
            <a:spLocks noGrp="1"/>
          </p:cNvSpPr>
          <p:nvPr>
            <p:ph/>
          </p:nvPr>
        </p:nvSpPr>
        <p:spPr>
          <a:xfrm>
            <a:off x="731520" y="1925280"/>
            <a:ext cx="642528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4640" spc="-1" strike="noStrike">
              <a:latin typeface="Arial"/>
            </a:endParaRPr>
          </a:p>
        </p:txBody>
      </p:sp>
      <p:sp>
        <p:nvSpPr>
          <p:cNvPr id="389" name="PlaceHolder 3"/>
          <p:cNvSpPr>
            <a:spLocks noGrp="1"/>
          </p:cNvSpPr>
          <p:nvPr>
            <p:ph/>
          </p:nvPr>
        </p:nvSpPr>
        <p:spPr>
          <a:xfrm>
            <a:off x="7478280" y="192528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4640" spc="-1" strike="noStrike">
              <a:latin typeface="Arial"/>
            </a:endParaRPr>
          </a:p>
        </p:txBody>
      </p:sp>
      <p:sp>
        <p:nvSpPr>
          <p:cNvPr id="390" name="PlaceHolder 4"/>
          <p:cNvSpPr>
            <a:spLocks noGrp="1"/>
          </p:cNvSpPr>
          <p:nvPr>
            <p:ph/>
          </p:nvPr>
        </p:nvSpPr>
        <p:spPr>
          <a:xfrm>
            <a:off x="7478280" y="441828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4640" spc="-1" strike="noStrike">
              <a:latin typeface="Arial"/>
            </a:endParaRPr>
          </a:p>
        </p:txBody>
      </p:sp>
    </p:spTree>
  </p:cSld>
</p:sldLayout>
</file>

<file path=ppt/slideLayouts/slideLayout1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PlaceHolder 1"/>
          <p:cNvSpPr>
            <a:spLocks noGrp="1"/>
          </p:cNvSpPr>
          <p:nvPr>
            <p:ph type="title"/>
          </p:nvPr>
        </p:nvSpPr>
        <p:spPr>
          <a:xfrm>
            <a:off x="731520" y="32796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8730" spc="-1" strike="noStrike">
              <a:latin typeface="Arial"/>
            </a:endParaRPr>
          </a:p>
        </p:txBody>
      </p:sp>
      <p:sp>
        <p:nvSpPr>
          <p:cNvPr id="392" name="PlaceHolder 2"/>
          <p:cNvSpPr>
            <a:spLocks noGrp="1"/>
          </p:cNvSpPr>
          <p:nvPr>
            <p:ph/>
          </p:nvPr>
        </p:nvSpPr>
        <p:spPr>
          <a:xfrm>
            <a:off x="731520" y="192528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4640" spc="-1" strike="noStrike">
              <a:latin typeface="Arial"/>
            </a:endParaRPr>
          </a:p>
        </p:txBody>
      </p:sp>
      <p:sp>
        <p:nvSpPr>
          <p:cNvPr id="393" name="PlaceHolder 3"/>
          <p:cNvSpPr>
            <a:spLocks noGrp="1"/>
          </p:cNvSpPr>
          <p:nvPr>
            <p:ph/>
          </p:nvPr>
        </p:nvSpPr>
        <p:spPr>
          <a:xfrm>
            <a:off x="7478280" y="192528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4640" spc="-1" strike="noStrike">
              <a:latin typeface="Arial"/>
            </a:endParaRPr>
          </a:p>
        </p:txBody>
      </p:sp>
      <p:sp>
        <p:nvSpPr>
          <p:cNvPr id="394" name="PlaceHolder 4"/>
          <p:cNvSpPr>
            <a:spLocks noGrp="1"/>
          </p:cNvSpPr>
          <p:nvPr>
            <p:ph/>
          </p:nvPr>
        </p:nvSpPr>
        <p:spPr>
          <a:xfrm>
            <a:off x="731520" y="4418280"/>
            <a:ext cx="1316700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4640" spc="-1" strike="noStrike">
              <a:latin typeface="Arial"/>
            </a:endParaRPr>
          </a:p>
        </p:txBody>
      </p:sp>
    </p:spTree>
  </p:cSld>
</p:sldLayout>
</file>

<file path=ppt/slideLayouts/slideLayout1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PlaceHolder 1"/>
          <p:cNvSpPr>
            <a:spLocks noGrp="1"/>
          </p:cNvSpPr>
          <p:nvPr>
            <p:ph type="title"/>
          </p:nvPr>
        </p:nvSpPr>
        <p:spPr>
          <a:xfrm>
            <a:off x="731520" y="32796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8730" spc="-1" strike="noStrike">
              <a:latin typeface="Arial"/>
            </a:endParaRPr>
          </a:p>
        </p:txBody>
      </p:sp>
      <p:sp>
        <p:nvSpPr>
          <p:cNvPr id="396" name="PlaceHolder 2"/>
          <p:cNvSpPr>
            <a:spLocks noGrp="1"/>
          </p:cNvSpPr>
          <p:nvPr>
            <p:ph/>
          </p:nvPr>
        </p:nvSpPr>
        <p:spPr>
          <a:xfrm>
            <a:off x="731520" y="1925280"/>
            <a:ext cx="1316700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4640" spc="-1" strike="noStrike">
              <a:latin typeface="Arial"/>
            </a:endParaRPr>
          </a:p>
        </p:txBody>
      </p:sp>
      <p:sp>
        <p:nvSpPr>
          <p:cNvPr id="397" name="PlaceHolder 3"/>
          <p:cNvSpPr>
            <a:spLocks noGrp="1"/>
          </p:cNvSpPr>
          <p:nvPr>
            <p:ph/>
          </p:nvPr>
        </p:nvSpPr>
        <p:spPr>
          <a:xfrm>
            <a:off x="731520" y="4418280"/>
            <a:ext cx="1316700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4640" spc="-1" strike="noStrike">
              <a:latin typeface="Arial"/>
            </a:endParaRPr>
          </a:p>
        </p:txBody>
      </p:sp>
    </p:spTree>
  </p:cSld>
</p:sldLayout>
</file>

<file path=ppt/slideLayouts/slideLayout1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PlaceHolder 1"/>
          <p:cNvSpPr>
            <a:spLocks noGrp="1"/>
          </p:cNvSpPr>
          <p:nvPr>
            <p:ph type="title"/>
          </p:nvPr>
        </p:nvSpPr>
        <p:spPr>
          <a:xfrm>
            <a:off x="731520" y="32796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8730" spc="-1" strike="noStrike">
              <a:latin typeface="Arial"/>
            </a:endParaRPr>
          </a:p>
        </p:txBody>
      </p:sp>
      <p:sp>
        <p:nvSpPr>
          <p:cNvPr id="399" name="PlaceHolder 2"/>
          <p:cNvSpPr>
            <a:spLocks noGrp="1"/>
          </p:cNvSpPr>
          <p:nvPr>
            <p:ph/>
          </p:nvPr>
        </p:nvSpPr>
        <p:spPr>
          <a:xfrm>
            <a:off x="731520" y="192528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4640" spc="-1" strike="noStrike">
              <a:latin typeface="Arial"/>
            </a:endParaRPr>
          </a:p>
        </p:txBody>
      </p:sp>
      <p:sp>
        <p:nvSpPr>
          <p:cNvPr id="400" name="PlaceHolder 3"/>
          <p:cNvSpPr>
            <a:spLocks noGrp="1"/>
          </p:cNvSpPr>
          <p:nvPr>
            <p:ph/>
          </p:nvPr>
        </p:nvSpPr>
        <p:spPr>
          <a:xfrm>
            <a:off x="7478280" y="192528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4640" spc="-1" strike="noStrike">
              <a:latin typeface="Arial"/>
            </a:endParaRPr>
          </a:p>
        </p:txBody>
      </p:sp>
      <p:sp>
        <p:nvSpPr>
          <p:cNvPr id="401" name="PlaceHolder 4"/>
          <p:cNvSpPr>
            <a:spLocks noGrp="1"/>
          </p:cNvSpPr>
          <p:nvPr>
            <p:ph/>
          </p:nvPr>
        </p:nvSpPr>
        <p:spPr>
          <a:xfrm>
            <a:off x="731520" y="441828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4640" spc="-1" strike="noStrike">
              <a:latin typeface="Arial"/>
            </a:endParaRPr>
          </a:p>
        </p:txBody>
      </p:sp>
      <p:sp>
        <p:nvSpPr>
          <p:cNvPr id="402" name="PlaceHolder 5"/>
          <p:cNvSpPr>
            <a:spLocks noGrp="1"/>
          </p:cNvSpPr>
          <p:nvPr>
            <p:ph/>
          </p:nvPr>
        </p:nvSpPr>
        <p:spPr>
          <a:xfrm>
            <a:off x="7478280" y="441828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4640" spc="-1" strike="noStrike">
              <a:latin typeface="Arial"/>
            </a:endParaRPr>
          </a:p>
        </p:txBody>
      </p:sp>
    </p:spTree>
  </p:cSld>
</p:sldLayout>
</file>

<file path=ppt/slideLayouts/slideLayout1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PlaceHolder 1"/>
          <p:cNvSpPr>
            <a:spLocks noGrp="1"/>
          </p:cNvSpPr>
          <p:nvPr>
            <p:ph type="title"/>
          </p:nvPr>
        </p:nvSpPr>
        <p:spPr>
          <a:xfrm>
            <a:off x="731520" y="32796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8730" spc="-1" strike="noStrike">
              <a:latin typeface="Arial"/>
            </a:endParaRPr>
          </a:p>
        </p:txBody>
      </p:sp>
      <p:sp>
        <p:nvSpPr>
          <p:cNvPr id="404" name="PlaceHolder 2"/>
          <p:cNvSpPr>
            <a:spLocks noGrp="1"/>
          </p:cNvSpPr>
          <p:nvPr>
            <p:ph/>
          </p:nvPr>
        </p:nvSpPr>
        <p:spPr>
          <a:xfrm>
            <a:off x="731520" y="192528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4640" spc="-1" strike="noStrike">
              <a:latin typeface="Arial"/>
            </a:endParaRPr>
          </a:p>
        </p:txBody>
      </p:sp>
      <p:sp>
        <p:nvSpPr>
          <p:cNvPr id="405" name="PlaceHolder 3"/>
          <p:cNvSpPr>
            <a:spLocks noGrp="1"/>
          </p:cNvSpPr>
          <p:nvPr>
            <p:ph/>
          </p:nvPr>
        </p:nvSpPr>
        <p:spPr>
          <a:xfrm>
            <a:off x="5183280" y="192528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4640" spc="-1" strike="noStrike">
              <a:latin typeface="Arial"/>
            </a:endParaRPr>
          </a:p>
        </p:txBody>
      </p:sp>
      <p:sp>
        <p:nvSpPr>
          <p:cNvPr id="406" name="PlaceHolder 4"/>
          <p:cNvSpPr>
            <a:spLocks noGrp="1"/>
          </p:cNvSpPr>
          <p:nvPr>
            <p:ph/>
          </p:nvPr>
        </p:nvSpPr>
        <p:spPr>
          <a:xfrm>
            <a:off x="9635040" y="192528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4640" spc="-1" strike="noStrike">
              <a:latin typeface="Arial"/>
            </a:endParaRPr>
          </a:p>
        </p:txBody>
      </p:sp>
      <p:sp>
        <p:nvSpPr>
          <p:cNvPr id="407" name="PlaceHolder 5"/>
          <p:cNvSpPr>
            <a:spLocks noGrp="1"/>
          </p:cNvSpPr>
          <p:nvPr>
            <p:ph/>
          </p:nvPr>
        </p:nvSpPr>
        <p:spPr>
          <a:xfrm>
            <a:off x="731520" y="441828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4640" spc="-1" strike="noStrike">
              <a:latin typeface="Arial"/>
            </a:endParaRPr>
          </a:p>
        </p:txBody>
      </p:sp>
      <p:sp>
        <p:nvSpPr>
          <p:cNvPr id="408" name="PlaceHolder 6"/>
          <p:cNvSpPr>
            <a:spLocks noGrp="1"/>
          </p:cNvSpPr>
          <p:nvPr>
            <p:ph/>
          </p:nvPr>
        </p:nvSpPr>
        <p:spPr>
          <a:xfrm>
            <a:off x="5183280" y="441828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4640" spc="-1" strike="noStrike">
              <a:latin typeface="Arial"/>
            </a:endParaRPr>
          </a:p>
        </p:txBody>
      </p:sp>
      <p:sp>
        <p:nvSpPr>
          <p:cNvPr id="409" name="PlaceHolder 7"/>
          <p:cNvSpPr>
            <a:spLocks noGrp="1"/>
          </p:cNvSpPr>
          <p:nvPr>
            <p:ph/>
          </p:nvPr>
        </p:nvSpPr>
        <p:spPr>
          <a:xfrm>
            <a:off x="9635040" y="441828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4640" spc="-1" strike="noStrike">
              <a:latin typeface="Arial"/>
            </a:endParaRPr>
          </a:p>
        </p:txBody>
      </p:sp>
    </p:spTree>
  </p:cSld>
</p:sldLayout>
</file>

<file path=ppt/slideLayouts/slideLayout1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FE3D03F-6BEF-422B-B554-CA424C81853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PlaceHolder 1"/>
          <p:cNvSpPr>
            <a:spLocks noGrp="1"/>
          </p:cNvSpPr>
          <p:nvPr>
            <p:ph type="title"/>
          </p:nvPr>
        </p:nvSpPr>
        <p:spPr>
          <a:xfrm>
            <a:off x="731520" y="32796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8730" spc="-1" strike="noStrike">
              <a:latin typeface="Arial"/>
            </a:endParaRPr>
          </a:p>
        </p:txBody>
      </p:sp>
      <p:sp>
        <p:nvSpPr>
          <p:cNvPr id="416" name="PlaceHolder 2"/>
          <p:cNvSpPr>
            <a:spLocks noGrp="1"/>
          </p:cNvSpPr>
          <p:nvPr>
            <p:ph type="subTitle"/>
          </p:nvPr>
        </p:nvSpPr>
        <p:spPr>
          <a:xfrm>
            <a:off x="731520" y="192528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F588C14-F4E7-44EB-96F5-1D9408323D0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PlaceHolder 1"/>
          <p:cNvSpPr>
            <a:spLocks noGrp="1"/>
          </p:cNvSpPr>
          <p:nvPr>
            <p:ph type="title"/>
          </p:nvPr>
        </p:nvSpPr>
        <p:spPr>
          <a:xfrm>
            <a:off x="731520" y="32796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8730" spc="-1" strike="noStrike">
              <a:latin typeface="Arial"/>
            </a:endParaRPr>
          </a:p>
        </p:txBody>
      </p:sp>
      <p:sp>
        <p:nvSpPr>
          <p:cNvPr id="418" name="PlaceHolder 2"/>
          <p:cNvSpPr>
            <a:spLocks noGrp="1"/>
          </p:cNvSpPr>
          <p:nvPr>
            <p:ph/>
          </p:nvPr>
        </p:nvSpPr>
        <p:spPr>
          <a:xfrm>
            <a:off x="731520" y="192528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464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648BC30-E006-4115-9AE5-CA5FB2AB810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PlaceHolder 1"/>
          <p:cNvSpPr>
            <a:spLocks noGrp="1"/>
          </p:cNvSpPr>
          <p:nvPr>
            <p:ph type="title"/>
          </p:nvPr>
        </p:nvSpPr>
        <p:spPr>
          <a:xfrm>
            <a:off x="731520" y="32796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8730" spc="-1" strike="noStrike">
              <a:latin typeface="Arial"/>
            </a:endParaRPr>
          </a:p>
        </p:txBody>
      </p:sp>
      <p:sp>
        <p:nvSpPr>
          <p:cNvPr id="420" name="PlaceHolder 2"/>
          <p:cNvSpPr>
            <a:spLocks noGrp="1"/>
          </p:cNvSpPr>
          <p:nvPr>
            <p:ph/>
          </p:nvPr>
        </p:nvSpPr>
        <p:spPr>
          <a:xfrm>
            <a:off x="731520" y="1925280"/>
            <a:ext cx="642528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4640" spc="-1" strike="noStrike">
              <a:latin typeface="Arial"/>
            </a:endParaRPr>
          </a:p>
        </p:txBody>
      </p:sp>
      <p:sp>
        <p:nvSpPr>
          <p:cNvPr id="421" name="PlaceHolder 3"/>
          <p:cNvSpPr>
            <a:spLocks noGrp="1"/>
          </p:cNvSpPr>
          <p:nvPr>
            <p:ph/>
          </p:nvPr>
        </p:nvSpPr>
        <p:spPr>
          <a:xfrm>
            <a:off x="7478280" y="1925280"/>
            <a:ext cx="642528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464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1E720DD-449C-45D5-BBB0-3E510902D8E7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PlaceHolder 1"/>
          <p:cNvSpPr>
            <a:spLocks noGrp="1"/>
          </p:cNvSpPr>
          <p:nvPr>
            <p:ph type="title"/>
          </p:nvPr>
        </p:nvSpPr>
        <p:spPr>
          <a:xfrm>
            <a:off x="731520" y="32796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873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9BD542F-5731-4646-B702-C47325A5CFA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PlaceHolder 1"/>
          <p:cNvSpPr>
            <a:spLocks noGrp="1"/>
          </p:cNvSpPr>
          <p:nvPr>
            <p:ph type="subTitle"/>
          </p:nvPr>
        </p:nvSpPr>
        <p:spPr>
          <a:xfrm>
            <a:off x="731520" y="327960"/>
            <a:ext cx="13167000" cy="636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691C2BD-1057-4AC4-AF00-563E75D5678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PlaceHolder 1"/>
          <p:cNvSpPr>
            <a:spLocks noGrp="1"/>
          </p:cNvSpPr>
          <p:nvPr>
            <p:ph type="title"/>
          </p:nvPr>
        </p:nvSpPr>
        <p:spPr>
          <a:xfrm>
            <a:off x="731520" y="32796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8730" spc="-1" strike="noStrike">
              <a:latin typeface="Arial"/>
            </a:endParaRPr>
          </a:p>
        </p:txBody>
      </p:sp>
      <p:sp>
        <p:nvSpPr>
          <p:cNvPr id="425" name="PlaceHolder 2"/>
          <p:cNvSpPr>
            <a:spLocks noGrp="1"/>
          </p:cNvSpPr>
          <p:nvPr>
            <p:ph/>
          </p:nvPr>
        </p:nvSpPr>
        <p:spPr>
          <a:xfrm>
            <a:off x="731520" y="192528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4640" spc="-1" strike="noStrike">
              <a:latin typeface="Arial"/>
            </a:endParaRPr>
          </a:p>
        </p:txBody>
      </p:sp>
      <p:sp>
        <p:nvSpPr>
          <p:cNvPr id="426" name="PlaceHolder 3"/>
          <p:cNvSpPr>
            <a:spLocks noGrp="1"/>
          </p:cNvSpPr>
          <p:nvPr>
            <p:ph/>
          </p:nvPr>
        </p:nvSpPr>
        <p:spPr>
          <a:xfrm>
            <a:off x="7478280" y="1925280"/>
            <a:ext cx="642528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4640" spc="-1" strike="noStrike">
              <a:latin typeface="Arial"/>
            </a:endParaRPr>
          </a:p>
        </p:txBody>
      </p:sp>
      <p:sp>
        <p:nvSpPr>
          <p:cNvPr id="427" name="PlaceHolder 4"/>
          <p:cNvSpPr>
            <a:spLocks noGrp="1"/>
          </p:cNvSpPr>
          <p:nvPr>
            <p:ph/>
          </p:nvPr>
        </p:nvSpPr>
        <p:spPr>
          <a:xfrm>
            <a:off x="731520" y="441828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464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5EC932B-F82D-428E-BE2C-1A7DCDFDFB8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PlaceHolder 1"/>
          <p:cNvSpPr>
            <a:spLocks noGrp="1"/>
          </p:cNvSpPr>
          <p:nvPr>
            <p:ph type="title"/>
          </p:nvPr>
        </p:nvSpPr>
        <p:spPr>
          <a:xfrm>
            <a:off x="731520" y="32796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8730" spc="-1" strike="noStrike">
              <a:latin typeface="Arial"/>
            </a:endParaRPr>
          </a:p>
        </p:txBody>
      </p:sp>
      <p:sp>
        <p:nvSpPr>
          <p:cNvPr id="429" name="PlaceHolder 2"/>
          <p:cNvSpPr>
            <a:spLocks noGrp="1"/>
          </p:cNvSpPr>
          <p:nvPr>
            <p:ph/>
          </p:nvPr>
        </p:nvSpPr>
        <p:spPr>
          <a:xfrm>
            <a:off x="731520" y="1925280"/>
            <a:ext cx="642528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4640" spc="-1" strike="noStrike">
              <a:latin typeface="Arial"/>
            </a:endParaRPr>
          </a:p>
        </p:txBody>
      </p:sp>
      <p:sp>
        <p:nvSpPr>
          <p:cNvPr id="430" name="PlaceHolder 3"/>
          <p:cNvSpPr>
            <a:spLocks noGrp="1"/>
          </p:cNvSpPr>
          <p:nvPr>
            <p:ph/>
          </p:nvPr>
        </p:nvSpPr>
        <p:spPr>
          <a:xfrm>
            <a:off x="7478280" y="192528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4640" spc="-1" strike="noStrike">
              <a:latin typeface="Arial"/>
            </a:endParaRPr>
          </a:p>
        </p:txBody>
      </p:sp>
      <p:sp>
        <p:nvSpPr>
          <p:cNvPr id="431" name="PlaceHolder 4"/>
          <p:cNvSpPr>
            <a:spLocks noGrp="1"/>
          </p:cNvSpPr>
          <p:nvPr>
            <p:ph/>
          </p:nvPr>
        </p:nvSpPr>
        <p:spPr>
          <a:xfrm>
            <a:off x="7478280" y="441828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464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CD26698-D1E0-4B76-9C1E-5ADA1A76D77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PlaceHolder 1"/>
          <p:cNvSpPr>
            <a:spLocks noGrp="1"/>
          </p:cNvSpPr>
          <p:nvPr>
            <p:ph type="title"/>
          </p:nvPr>
        </p:nvSpPr>
        <p:spPr>
          <a:xfrm>
            <a:off x="731520" y="32796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8730" spc="-1" strike="noStrike">
              <a:latin typeface="Arial"/>
            </a:endParaRPr>
          </a:p>
        </p:txBody>
      </p:sp>
      <p:sp>
        <p:nvSpPr>
          <p:cNvPr id="433" name="PlaceHolder 2"/>
          <p:cNvSpPr>
            <a:spLocks noGrp="1"/>
          </p:cNvSpPr>
          <p:nvPr>
            <p:ph/>
          </p:nvPr>
        </p:nvSpPr>
        <p:spPr>
          <a:xfrm>
            <a:off x="731520" y="192528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4640" spc="-1" strike="noStrike">
              <a:latin typeface="Arial"/>
            </a:endParaRPr>
          </a:p>
        </p:txBody>
      </p:sp>
      <p:sp>
        <p:nvSpPr>
          <p:cNvPr id="434" name="PlaceHolder 3"/>
          <p:cNvSpPr>
            <a:spLocks noGrp="1"/>
          </p:cNvSpPr>
          <p:nvPr>
            <p:ph/>
          </p:nvPr>
        </p:nvSpPr>
        <p:spPr>
          <a:xfrm>
            <a:off x="7478280" y="192528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4640" spc="-1" strike="noStrike">
              <a:latin typeface="Arial"/>
            </a:endParaRPr>
          </a:p>
        </p:txBody>
      </p:sp>
      <p:sp>
        <p:nvSpPr>
          <p:cNvPr id="435" name="PlaceHolder 4"/>
          <p:cNvSpPr>
            <a:spLocks noGrp="1"/>
          </p:cNvSpPr>
          <p:nvPr>
            <p:ph/>
          </p:nvPr>
        </p:nvSpPr>
        <p:spPr>
          <a:xfrm>
            <a:off x="731520" y="4418280"/>
            <a:ext cx="1316700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464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94356DA-ECDF-43B4-8A9D-DE1526AA427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PlaceHolder 1"/>
          <p:cNvSpPr>
            <a:spLocks noGrp="1"/>
          </p:cNvSpPr>
          <p:nvPr>
            <p:ph type="title"/>
          </p:nvPr>
        </p:nvSpPr>
        <p:spPr>
          <a:xfrm>
            <a:off x="731520" y="32796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8730" spc="-1" strike="noStrike">
              <a:latin typeface="Arial"/>
            </a:endParaRPr>
          </a:p>
        </p:txBody>
      </p:sp>
      <p:sp>
        <p:nvSpPr>
          <p:cNvPr id="437" name="PlaceHolder 2"/>
          <p:cNvSpPr>
            <a:spLocks noGrp="1"/>
          </p:cNvSpPr>
          <p:nvPr>
            <p:ph/>
          </p:nvPr>
        </p:nvSpPr>
        <p:spPr>
          <a:xfrm>
            <a:off x="731520" y="1925280"/>
            <a:ext cx="1316700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4640" spc="-1" strike="noStrike">
              <a:latin typeface="Arial"/>
            </a:endParaRPr>
          </a:p>
        </p:txBody>
      </p:sp>
      <p:sp>
        <p:nvSpPr>
          <p:cNvPr id="438" name="PlaceHolder 3"/>
          <p:cNvSpPr>
            <a:spLocks noGrp="1"/>
          </p:cNvSpPr>
          <p:nvPr>
            <p:ph/>
          </p:nvPr>
        </p:nvSpPr>
        <p:spPr>
          <a:xfrm>
            <a:off x="731520" y="4418280"/>
            <a:ext cx="1316700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464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493443B-3D3D-4B89-B0C3-8A950BF25EE7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PlaceHolder 1"/>
          <p:cNvSpPr>
            <a:spLocks noGrp="1"/>
          </p:cNvSpPr>
          <p:nvPr>
            <p:ph type="title"/>
          </p:nvPr>
        </p:nvSpPr>
        <p:spPr>
          <a:xfrm>
            <a:off x="731520" y="32796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8730" spc="-1" strike="noStrike">
              <a:latin typeface="Arial"/>
            </a:endParaRPr>
          </a:p>
        </p:txBody>
      </p:sp>
      <p:sp>
        <p:nvSpPr>
          <p:cNvPr id="440" name="PlaceHolder 2"/>
          <p:cNvSpPr>
            <a:spLocks noGrp="1"/>
          </p:cNvSpPr>
          <p:nvPr>
            <p:ph/>
          </p:nvPr>
        </p:nvSpPr>
        <p:spPr>
          <a:xfrm>
            <a:off x="731520" y="192528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4640" spc="-1" strike="noStrike">
              <a:latin typeface="Arial"/>
            </a:endParaRPr>
          </a:p>
        </p:txBody>
      </p:sp>
      <p:sp>
        <p:nvSpPr>
          <p:cNvPr id="441" name="PlaceHolder 3"/>
          <p:cNvSpPr>
            <a:spLocks noGrp="1"/>
          </p:cNvSpPr>
          <p:nvPr>
            <p:ph/>
          </p:nvPr>
        </p:nvSpPr>
        <p:spPr>
          <a:xfrm>
            <a:off x="7478280" y="192528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4640" spc="-1" strike="noStrike">
              <a:latin typeface="Arial"/>
            </a:endParaRPr>
          </a:p>
        </p:txBody>
      </p:sp>
      <p:sp>
        <p:nvSpPr>
          <p:cNvPr id="442" name="PlaceHolder 4"/>
          <p:cNvSpPr>
            <a:spLocks noGrp="1"/>
          </p:cNvSpPr>
          <p:nvPr>
            <p:ph/>
          </p:nvPr>
        </p:nvSpPr>
        <p:spPr>
          <a:xfrm>
            <a:off x="731520" y="441828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4640" spc="-1" strike="noStrike">
              <a:latin typeface="Arial"/>
            </a:endParaRPr>
          </a:p>
        </p:txBody>
      </p:sp>
      <p:sp>
        <p:nvSpPr>
          <p:cNvPr id="443" name="PlaceHolder 5"/>
          <p:cNvSpPr>
            <a:spLocks noGrp="1"/>
          </p:cNvSpPr>
          <p:nvPr>
            <p:ph/>
          </p:nvPr>
        </p:nvSpPr>
        <p:spPr>
          <a:xfrm>
            <a:off x="7478280" y="441828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464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7D241CB-9595-42F2-B349-C09C6BCEB537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PlaceHolder 1"/>
          <p:cNvSpPr>
            <a:spLocks noGrp="1"/>
          </p:cNvSpPr>
          <p:nvPr>
            <p:ph type="title"/>
          </p:nvPr>
        </p:nvSpPr>
        <p:spPr>
          <a:xfrm>
            <a:off x="731520" y="32796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8730" spc="-1" strike="noStrike">
              <a:latin typeface="Arial"/>
            </a:endParaRPr>
          </a:p>
        </p:txBody>
      </p:sp>
      <p:sp>
        <p:nvSpPr>
          <p:cNvPr id="445" name="PlaceHolder 2"/>
          <p:cNvSpPr>
            <a:spLocks noGrp="1"/>
          </p:cNvSpPr>
          <p:nvPr>
            <p:ph/>
          </p:nvPr>
        </p:nvSpPr>
        <p:spPr>
          <a:xfrm>
            <a:off x="731520" y="192528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4640" spc="-1" strike="noStrike">
              <a:latin typeface="Arial"/>
            </a:endParaRPr>
          </a:p>
        </p:txBody>
      </p:sp>
      <p:sp>
        <p:nvSpPr>
          <p:cNvPr id="446" name="PlaceHolder 3"/>
          <p:cNvSpPr>
            <a:spLocks noGrp="1"/>
          </p:cNvSpPr>
          <p:nvPr>
            <p:ph/>
          </p:nvPr>
        </p:nvSpPr>
        <p:spPr>
          <a:xfrm>
            <a:off x="5183280" y="192528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4640" spc="-1" strike="noStrike">
              <a:latin typeface="Arial"/>
            </a:endParaRPr>
          </a:p>
        </p:txBody>
      </p:sp>
      <p:sp>
        <p:nvSpPr>
          <p:cNvPr id="447" name="PlaceHolder 4"/>
          <p:cNvSpPr>
            <a:spLocks noGrp="1"/>
          </p:cNvSpPr>
          <p:nvPr>
            <p:ph/>
          </p:nvPr>
        </p:nvSpPr>
        <p:spPr>
          <a:xfrm>
            <a:off x="9635040" y="192528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4640" spc="-1" strike="noStrike">
              <a:latin typeface="Arial"/>
            </a:endParaRPr>
          </a:p>
        </p:txBody>
      </p:sp>
      <p:sp>
        <p:nvSpPr>
          <p:cNvPr id="448" name="PlaceHolder 5"/>
          <p:cNvSpPr>
            <a:spLocks noGrp="1"/>
          </p:cNvSpPr>
          <p:nvPr>
            <p:ph/>
          </p:nvPr>
        </p:nvSpPr>
        <p:spPr>
          <a:xfrm>
            <a:off x="731520" y="441828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4640" spc="-1" strike="noStrike">
              <a:latin typeface="Arial"/>
            </a:endParaRPr>
          </a:p>
        </p:txBody>
      </p:sp>
      <p:sp>
        <p:nvSpPr>
          <p:cNvPr id="449" name="PlaceHolder 6"/>
          <p:cNvSpPr>
            <a:spLocks noGrp="1"/>
          </p:cNvSpPr>
          <p:nvPr>
            <p:ph/>
          </p:nvPr>
        </p:nvSpPr>
        <p:spPr>
          <a:xfrm>
            <a:off x="5183280" y="441828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4640" spc="-1" strike="noStrike">
              <a:latin typeface="Arial"/>
            </a:endParaRPr>
          </a:p>
        </p:txBody>
      </p:sp>
      <p:sp>
        <p:nvSpPr>
          <p:cNvPr id="450" name="PlaceHolder 7"/>
          <p:cNvSpPr>
            <a:spLocks noGrp="1"/>
          </p:cNvSpPr>
          <p:nvPr>
            <p:ph/>
          </p:nvPr>
        </p:nvSpPr>
        <p:spPr>
          <a:xfrm>
            <a:off x="9635040" y="441828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464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FFB3CC6-7462-4BD0-BCCA-9D57205BE4C3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Relationship Id="rId4" Type="http://schemas.openxmlformats.org/officeDocument/2006/relationships/slideLayout" Target="../slideLayouts/slideLayout1.xml"/><Relationship Id="rId5" Type="http://schemas.openxmlformats.org/officeDocument/2006/relationships/slideLayout" Target="../slideLayouts/slideLayout2.xml"/><Relationship Id="rId6" Type="http://schemas.openxmlformats.org/officeDocument/2006/relationships/slideLayout" Target="../slideLayouts/slideLayout3.xml"/><Relationship Id="rId7" Type="http://schemas.openxmlformats.org/officeDocument/2006/relationships/slideLayout" Target="../slideLayouts/slideLayout4.xml"/><Relationship Id="rId8" Type="http://schemas.openxmlformats.org/officeDocument/2006/relationships/slideLayout" Target="../slideLayouts/slideLayout5.xml"/><Relationship Id="rId9" Type="http://schemas.openxmlformats.org/officeDocument/2006/relationships/slideLayout" Target="../slideLayouts/slideLayout6.xml"/><Relationship Id="rId10" Type="http://schemas.openxmlformats.org/officeDocument/2006/relationships/slideLayout" Target="../slideLayouts/slideLayout7.xml"/><Relationship Id="rId11" Type="http://schemas.openxmlformats.org/officeDocument/2006/relationships/slideLayout" Target="../slideLayouts/slideLayout8.xml"/><Relationship Id="rId12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0.xml"/><Relationship Id="rId14" Type="http://schemas.openxmlformats.org/officeDocument/2006/relationships/slideLayout" Target="../slideLayouts/slideLayout11.xml"/><Relationship Id="rId15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13.xml"/><Relationship Id="rId5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6.xml"/><Relationship Id="rId8" Type="http://schemas.openxmlformats.org/officeDocument/2006/relationships/slideLayout" Target="../slideLayouts/slideLayout17.xml"/><Relationship Id="rId9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2.xml"/><Relationship Id="rId14" Type="http://schemas.openxmlformats.org/officeDocument/2006/relationships/slideLayout" Target="../slideLayouts/slideLayout23.xml"/><Relationship Id="rId15" Type="http://schemas.openxmlformats.org/officeDocument/2006/relationships/slideLayout" Target="../slideLayouts/slideLayout24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25.xml"/><Relationship Id="rId5" Type="http://schemas.openxmlformats.org/officeDocument/2006/relationships/slideLayout" Target="../slideLayouts/slideLayout26.xml"/><Relationship Id="rId6" Type="http://schemas.openxmlformats.org/officeDocument/2006/relationships/slideLayout" Target="../slideLayouts/slideLayout27.xml"/><Relationship Id="rId7" Type="http://schemas.openxmlformats.org/officeDocument/2006/relationships/slideLayout" Target="../slideLayouts/slideLayout28.xml"/><Relationship Id="rId8" Type="http://schemas.openxmlformats.org/officeDocument/2006/relationships/slideLayout" Target="../slideLayouts/slideLayout29.xml"/><Relationship Id="rId9" Type="http://schemas.openxmlformats.org/officeDocument/2006/relationships/slideLayout" Target="../slideLayouts/slideLayout30.xml"/><Relationship Id="rId10" Type="http://schemas.openxmlformats.org/officeDocument/2006/relationships/slideLayout" Target="../slideLayouts/slideLayout31.xml"/><Relationship Id="rId11" Type="http://schemas.openxmlformats.org/officeDocument/2006/relationships/slideLayout" Target="../slideLayouts/slideLayout32.xml"/><Relationship Id="rId12" Type="http://schemas.openxmlformats.org/officeDocument/2006/relationships/slideLayout" Target="../slideLayouts/slideLayout33.xml"/><Relationship Id="rId13" Type="http://schemas.openxmlformats.org/officeDocument/2006/relationships/slideLayout" Target="../slideLayouts/slideLayout34.xml"/><Relationship Id="rId14" Type="http://schemas.openxmlformats.org/officeDocument/2006/relationships/slideLayout" Target="../slideLayouts/slideLayout35.xml"/><Relationship Id="rId15" Type="http://schemas.openxmlformats.org/officeDocument/2006/relationships/slideLayout" Target="../slideLayouts/slideLayout36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4.png"/><Relationship Id="rId4" Type="http://schemas.openxmlformats.org/officeDocument/2006/relationships/slideLayout" Target="../slideLayouts/slideLayout37.xml"/><Relationship Id="rId5" Type="http://schemas.openxmlformats.org/officeDocument/2006/relationships/slideLayout" Target="../slideLayouts/slideLayout38.xml"/><Relationship Id="rId6" Type="http://schemas.openxmlformats.org/officeDocument/2006/relationships/slideLayout" Target="../slideLayouts/slideLayout39.xml"/><Relationship Id="rId7" Type="http://schemas.openxmlformats.org/officeDocument/2006/relationships/slideLayout" Target="../slideLayouts/slideLayout40.xml"/><Relationship Id="rId8" Type="http://schemas.openxmlformats.org/officeDocument/2006/relationships/slideLayout" Target="../slideLayouts/slideLayout41.xml"/><Relationship Id="rId9" Type="http://schemas.openxmlformats.org/officeDocument/2006/relationships/slideLayout" Target="../slideLayouts/slideLayout42.xml"/><Relationship Id="rId10" Type="http://schemas.openxmlformats.org/officeDocument/2006/relationships/slideLayout" Target="../slideLayouts/slideLayout43.xml"/><Relationship Id="rId11" Type="http://schemas.openxmlformats.org/officeDocument/2006/relationships/slideLayout" Target="../slideLayouts/slideLayout44.xml"/><Relationship Id="rId12" Type="http://schemas.openxmlformats.org/officeDocument/2006/relationships/slideLayout" Target="../slideLayouts/slideLayout45.xml"/><Relationship Id="rId13" Type="http://schemas.openxmlformats.org/officeDocument/2006/relationships/slideLayout" Target="../slideLayouts/slideLayout46.xml"/><Relationship Id="rId14" Type="http://schemas.openxmlformats.org/officeDocument/2006/relationships/slideLayout" Target="../slideLayouts/slideLayout47.xml"/><Relationship Id="rId15" Type="http://schemas.openxmlformats.org/officeDocument/2006/relationships/slideLayout" Target="../slideLayouts/slideLayout48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5.png"/><Relationship Id="rId4" Type="http://schemas.openxmlformats.org/officeDocument/2006/relationships/slideLayout" Target="../slideLayouts/slideLayout49.xml"/><Relationship Id="rId5" Type="http://schemas.openxmlformats.org/officeDocument/2006/relationships/slideLayout" Target="../slideLayouts/slideLayout50.xml"/><Relationship Id="rId6" Type="http://schemas.openxmlformats.org/officeDocument/2006/relationships/slideLayout" Target="../slideLayouts/slideLayout51.xml"/><Relationship Id="rId7" Type="http://schemas.openxmlformats.org/officeDocument/2006/relationships/slideLayout" Target="../slideLayouts/slideLayout52.xml"/><Relationship Id="rId8" Type="http://schemas.openxmlformats.org/officeDocument/2006/relationships/slideLayout" Target="../slideLayouts/slideLayout53.xml"/><Relationship Id="rId9" Type="http://schemas.openxmlformats.org/officeDocument/2006/relationships/slideLayout" Target="../slideLayouts/slideLayout54.xml"/><Relationship Id="rId10" Type="http://schemas.openxmlformats.org/officeDocument/2006/relationships/slideLayout" Target="../slideLayouts/slideLayout55.xml"/><Relationship Id="rId11" Type="http://schemas.openxmlformats.org/officeDocument/2006/relationships/slideLayout" Target="../slideLayouts/slideLayout56.xml"/><Relationship Id="rId12" Type="http://schemas.openxmlformats.org/officeDocument/2006/relationships/slideLayout" Target="../slideLayouts/slideLayout57.xml"/><Relationship Id="rId13" Type="http://schemas.openxmlformats.org/officeDocument/2006/relationships/slideLayout" Target="../slideLayouts/slideLayout58.xml"/><Relationship Id="rId14" Type="http://schemas.openxmlformats.org/officeDocument/2006/relationships/slideLayout" Target="../slideLayouts/slideLayout59.xml"/><Relationship Id="rId15" Type="http://schemas.openxmlformats.org/officeDocument/2006/relationships/slideLayout" Target="../slideLayouts/slideLayout60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6.png"/><Relationship Id="rId4" Type="http://schemas.openxmlformats.org/officeDocument/2006/relationships/slideLayout" Target="../slideLayouts/slideLayout61.xml"/><Relationship Id="rId5" Type="http://schemas.openxmlformats.org/officeDocument/2006/relationships/slideLayout" Target="../slideLayouts/slideLayout62.xml"/><Relationship Id="rId6" Type="http://schemas.openxmlformats.org/officeDocument/2006/relationships/slideLayout" Target="../slideLayouts/slideLayout63.xml"/><Relationship Id="rId7" Type="http://schemas.openxmlformats.org/officeDocument/2006/relationships/slideLayout" Target="../slideLayouts/slideLayout64.xml"/><Relationship Id="rId8" Type="http://schemas.openxmlformats.org/officeDocument/2006/relationships/slideLayout" Target="../slideLayouts/slideLayout65.xml"/><Relationship Id="rId9" Type="http://schemas.openxmlformats.org/officeDocument/2006/relationships/slideLayout" Target="../slideLayouts/slideLayout66.xml"/><Relationship Id="rId10" Type="http://schemas.openxmlformats.org/officeDocument/2006/relationships/slideLayout" Target="../slideLayouts/slideLayout67.xml"/><Relationship Id="rId11" Type="http://schemas.openxmlformats.org/officeDocument/2006/relationships/slideLayout" Target="../slideLayouts/slideLayout68.xml"/><Relationship Id="rId12" Type="http://schemas.openxmlformats.org/officeDocument/2006/relationships/slideLayout" Target="../slideLayouts/slideLayout69.xml"/><Relationship Id="rId13" Type="http://schemas.openxmlformats.org/officeDocument/2006/relationships/slideLayout" Target="../slideLayouts/slideLayout70.xml"/><Relationship Id="rId14" Type="http://schemas.openxmlformats.org/officeDocument/2006/relationships/slideLayout" Target="../slideLayouts/slideLayout71.xml"/><Relationship Id="rId15" Type="http://schemas.openxmlformats.org/officeDocument/2006/relationships/slideLayout" Target="../slideLayouts/slideLayout72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7.png"/><Relationship Id="rId4" Type="http://schemas.openxmlformats.org/officeDocument/2006/relationships/slideLayout" Target="../slideLayouts/slideLayout73.xml"/><Relationship Id="rId5" Type="http://schemas.openxmlformats.org/officeDocument/2006/relationships/slideLayout" Target="../slideLayouts/slideLayout74.xml"/><Relationship Id="rId6" Type="http://schemas.openxmlformats.org/officeDocument/2006/relationships/slideLayout" Target="../slideLayouts/slideLayout75.xml"/><Relationship Id="rId7" Type="http://schemas.openxmlformats.org/officeDocument/2006/relationships/slideLayout" Target="../slideLayouts/slideLayout76.xml"/><Relationship Id="rId8" Type="http://schemas.openxmlformats.org/officeDocument/2006/relationships/slideLayout" Target="../slideLayouts/slideLayout77.xml"/><Relationship Id="rId9" Type="http://schemas.openxmlformats.org/officeDocument/2006/relationships/slideLayout" Target="../slideLayouts/slideLayout78.xml"/><Relationship Id="rId10" Type="http://schemas.openxmlformats.org/officeDocument/2006/relationships/slideLayout" Target="../slideLayouts/slideLayout79.xml"/><Relationship Id="rId11" Type="http://schemas.openxmlformats.org/officeDocument/2006/relationships/slideLayout" Target="../slideLayouts/slideLayout80.xml"/><Relationship Id="rId12" Type="http://schemas.openxmlformats.org/officeDocument/2006/relationships/slideLayout" Target="../slideLayouts/slideLayout81.xml"/><Relationship Id="rId13" Type="http://schemas.openxmlformats.org/officeDocument/2006/relationships/slideLayout" Target="../slideLayouts/slideLayout82.xml"/><Relationship Id="rId14" Type="http://schemas.openxmlformats.org/officeDocument/2006/relationships/slideLayout" Target="../slideLayouts/slideLayout83.xml"/><Relationship Id="rId15" Type="http://schemas.openxmlformats.org/officeDocument/2006/relationships/slideLayout" Target="../slideLayouts/slideLayout84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8.png"/><Relationship Id="rId4" Type="http://schemas.openxmlformats.org/officeDocument/2006/relationships/slideLayout" Target="../slideLayouts/slideLayout85.xml"/><Relationship Id="rId5" Type="http://schemas.openxmlformats.org/officeDocument/2006/relationships/slideLayout" Target="../slideLayouts/slideLayout86.xml"/><Relationship Id="rId6" Type="http://schemas.openxmlformats.org/officeDocument/2006/relationships/slideLayout" Target="../slideLayouts/slideLayout87.xml"/><Relationship Id="rId7" Type="http://schemas.openxmlformats.org/officeDocument/2006/relationships/slideLayout" Target="../slideLayouts/slideLayout88.xml"/><Relationship Id="rId8" Type="http://schemas.openxmlformats.org/officeDocument/2006/relationships/slideLayout" Target="../slideLayouts/slideLayout89.xml"/><Relationship Id="rId9" Type="http://schemas.openxmlformats.org/officeDocument/2006/relationships/slideLayout" Target="../slideLayouts/slideLayout90.xml"/><Relationship Id="rId10" Type="http://schemas.openxmlformats.org/officeDocument/2006/relationships/slideLayout" Target="../slideLayouts/slideLayout91.xml"/><Relationship Id="rId11" Type="http://schemas.openxmlformats.org/officeDocument/2006/relationships/slideLayout" Target="../slideLayouts/slideLayout92.xml"/><Relationship Id="rId12" Type="http://schemas.openxmlformats.org/officeDocument/2006/relationships/slideLayout" Target="../slideLayouts/slideLayout93.xml"/><Relationship Id="rId13" Type="http://schemas.openxmlformats.org/officeDocument/2006/relationships/slideLayout" Target="../slideLayouts/slideLayout94.xml"/><Relationship Id="rId14" Type="http://schemas.openxmlformats.org/officeDocument/2006/relationships/slideLayout" Target="../slideLayouts/slideLayout95.xml"/><Relationship Id="rId15" Type="http://schemas.openxmlformats.org/officeDocument/2006/relationships/slideLayout" Target="../slideLayouts/slideLayout96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9.png"/><Relationship Id="rId4" Type="http://schemas.openxmlformats.org/officeDocument/2006/relationships/slideLayout" Target="../slideLayouts/slideLayout97.xml"/><Relationship Id="rId5" Type="http://schemas.openxmlformats.org/officeDocument/2006/relationships/slideLayout" Target="../slideLayouts/slideLayout98.xml"/><Relationship Id="rId6" Type="http://schemas.openxmlformats.org/officeDocument/2006/relationships/slideLayout" Target="../slideLayouts/slideLayout99.xml"/><Relationship Id="rId7" Type="http://schemas.openxmlformats.org/officeDocument/2006/relationships/slideLayout" Target="../slideLayouts/slideLayout100.xml"/><Relationship Id="rId8" Type="http://schemas.openxmlformats.org/officeDocument/2006/relationships/slideLayout" Target="../slideLayouts/slideLayout101.xml"/><Relationship Id="rId9" Type="http://schemas.openxmlformats.org/officeDocument/2006/relationships/slideLayout" Target="../slideLayouts/slideLayout102.xml"/><Relationship Id="rId10" Type="http://schemas.openxmlformats.org/officeDocument/2006/relationships/slideLayout" Target="../slideLayouts/slideLayout103.xml"/><Relationship Id="rId11" Type="http://schemas.openxmlformats.org/officeDocument/2006/relationships/slideLayout" Target="../slideLayouts/slideLayout104.xml"/><Relationship Id="rId12" Type="http://schemas.openxmlformats.org/officeDocument/2006/relationships/slideLayout" Target="../slideLayouts/slideLayout105.xml"/><Relationship Id="rId13" Type="http://schemas.openxmlformats.org/officeDocument/2006/relationships/slideLayout" Target="../slideLayouts/slideLayout106.xml"/><Relationship Id="rId14" Type="http://schemas.openxmlformats.org/officeDocument/2006/relationships/slideLayout" Target="../slideLayouts/slideLayout107.xml"/><Relationship Id="rId15" Type="http://schemas.openxmlformats.org/officeDocument/2006/relationships/slideLayout" Target="../slideLayouts/slideLayout108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0.png"/><Relationship Id="rId4" Type="http://schemas.openxmlformats.org/officeDocument/2006/relationships/slideLayout" Target="../slideLayouts/slideLayout109.xml"/><Relationship Id="rId5" Type="http://schemas.openxmlformats.org/officeDocument/2006/relationships/slideLayout" Target="../slideLayouts/slideLayout110.xml"/><Relationship Id="rId6" Type="http://schemas.openxmlformats.org/officeDocument/2006/relationships/slideLayout" Target="../slideLayouts/slideLayout111.xml"/><Relationship Id="rId7" Type="http://schemas.openxmlformats.org/officeDocument/2006/relationships/slideLayout" Target="../slideLayouts/slideLayout112.xml"/><Relationship Id="rId8" Type="http://schemas.openxmlformats.org/officeDocument/2006/relationships/slideLayout" Target="../slideLayouts/slideLayout113.xml"/><Relationship Id="rId9" Type="http://schemas.openxmlformats.org/officeDocument/2006/relationships/slideLayout" Target="../slideLayouts/slideLayout114.xml"/><Relationship Id="rId10" Type="http://schemas.openxmlformats.org/officeDocument/2006/relationships/slideLayout" Target="../slideLayouts/slideLayout115.xml"/><Relationship Id="rId11" Type="http://schemas.openxmlformats.org/officeDocument/2006/relationships/slideLayout" Target="../slideLayouts/slideLayout116.xml"/><Relationship Id="rId12" Type="http://schemas.openxmlformats.org/officeDocument/2006/relationships/slideLayout" Target="../slideLayouts/slideLayout117.xml"/><Relationship Id="rId13" Type="http://schemas.openxmlformats.org/officeDocument/2006/relationships/slideLayout" Target="../slideLayouts/slideLayout118.xml"/><Relationship Id="rId14" Type="http://schemas.openxmlformats.org/officeDocument/2006/relationships/slideLayout" Target="../slideLayouts/slideLayout119.xml"/><Relationship Id="rId15" Type="http://schemas.openxmlformats.org/officeDocument/2006/relationships/slideLayout" Target="../slideLayouts/slideLayout12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21.xml"/><Relationship Id="rId3" Type="http://schemas.openxmlformats.org/officeDocument/2006/relationships/slideLayout" Target="../slideLayouts/slideLayout122.xml"/><Relationship Id="rId4" Type="http://schemas.openxmlformats.org/officeDocument/2006/relationships/slideLayout" Target="../slideLayouts/slideLayout123.xml"/><Relationship Id="rId5" Type="http://schemas.openxmlformats.org/officeDocument/2006/relationships/slideLayout" Target="../slideLayouts/slideLayout124.xml"/><Relationship Id="rId6" Type="http://schemas.openxmlformats.org/officeDocument/2006/relationships/slideLayout" Target="../slideLayouts/slideLayout125.xml"/><Relationship Id="rId7" Type="http://schemas.openxmlformats.org/officeDocument/2006/relationships/slideLayout" Target="../slideLayouts/slideLayout126.xml"/><Relationship Id="rId8" Type="http://schemas.openxmlformats.org/officeDocument/2006/relationships/slideLayout" Target="../slideLayouts/slideLayout127.xml"/><Relationship Id="rId9" Type="http://schemas.openxmlformats.org/officeDocument/2006/relationships/slideLayout" Target="../slideLayouts/slideLayout128.xml"/><Relationship Id="rId10" Type="http://schemas.openxmlformats.org/officeDocument/2006/relationships/slideLayout" Target="../slideLayouts/slideLayout129.xml"/><Relationship Id="rId11" Type="http://schemas.openxmlformats.org/officeDocument/2006/relationships/slideLayout" Target="../slideLayouts/slideLayout130.xml"/><Relationship Id="rId12" Type="http://schemas.openxmlformats.org/officeDocument/2006/relationships/slideLayout" Target="../slideLayouts/slideLayout131.xml"/><Relationship Id="rId13" Type="http://schemas.openxmlformats.org/officeDocument/2006/relationships/slideLayout" Target="../slideLayouts/slideLayout13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Shape 0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171b2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Shape 1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20273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2" name="Image 0" descr="preencoded.png">
            <a:hlinkClick r:id="rId2"/>
          </p:cNvPr>
          <p:cNvPicPr/>
          <p:nvPr/>
        </p:nvPicPr>
        <p:blipFill>
          <a:blip r:embed="rId3"/>
          <a:stretch/>
        </p:blipFill>
        <p:spPr>
          <a:xfrm>
            <a:off x="12839040" y="7749720"/>
            <a:ext cx="1722240" cy="411120"/>
          </a:xfrm>
          <a:prstGeom prst="rect">
            <a:avLst/>
          </a:prstGeom>
          <a:ln w="0">
            <a:noFill/>
          </a:ln>
        </p:spPr>
      </p:pic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Calibri Light"/>
              </a:rPr>
              <a:t>Click to edit </a:t>
            </a:r>
            <a:r>
              <a:rPr b="0" lang="en-US" sz="4400" spc="-1" strike="noStrike">
                <a:solidFill>
                  <a:srgbClr val="000000"/>
                </a:solidFill>
                <a:latin typeface="Calibri Light"/>
              </a:rPr>
              <a:t>the title </a:t>
            </a:r>
            <a:r>
              <a:rPr b="0" lang="en-US" sz="4400" spc="-1" strike="noStrike">
                <a:solidFill>
                  <a:srgbClr val="000000"/>
                </a:solidFill>
                <a:latin typeface="Calibri Light"/>
              </a:rPr>
              <a:t>text format</a:t>
            </a:r>
            <a:endParaRPr b="0" lang="en-US" sz="44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4"/>
    <p:sldLayoutId id="2147483650" r:id="rId5"/>
    <p:sldLayoutId id="2147483651" r:id="rId6"/>
    <p:sldLayoutId id="2147483652" r:id="rId7"/>
    <p:sldLayoutId id="2147483653" r:id="rId8"/>
    <p:sldLayoutId id="2147483654" r:id="rId9"/>
    <p:sldLayoutId id="2147483655" r:id="rId10"/>
    <p:sldLayoutId id="2147483656" r:id="rId11"/>
    <p:sldLayoutId id="2147483657" r:id="rId12"/>
    <p:sldLayoutId id="2147483658" r:id="rId13"/>
    <p:sldLayoutId id="2147483659" r:id="rId14"/>
    <p:sldLayoutId id="2147483660" r:id="rId15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Shape 0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171b2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2" name="Shape 1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20273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43" name="Image 0" descr="preencoded.png">
            <a:hlinkClick r:id="rId2"/>
          </p:cNvPr>
          <p:cNvPicPr/>
          <p:nvPr/>
        </p:nvPicPr>
        <p:blipFill>
          <a:blip r:embed="rId3"/>
          <a:stretch/>
        </p:blipFill>
        <p:spPr>
          <a:xfrm>
            <a:off x="12839040" y="7749720"/>
            <a:ext cx="1722240" cy="411120"/>
          </a:xfrm>
          <a:prstGeom prst="rect">
            <a:avLst/>
          </a:prstGeom>
          <a:ln w="0">
            <a:noFill/>
          </a:ln>
        </p:spPr>
      </p:pic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Calibri Light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Shape 0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171b2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83" name="Shape 1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20273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84" name="Image 0" descr="preencoded.png">
            <a:hlinkClick r:id="rId2"/>
          </p:cNvPr>
          <p:cNvPicPr/>
          <p:nvPr/>
        </p:nvPicPr>
        <p:blipFill>
          <a:blip r:embed="rId3"/>
          <a:stretch/>
        </p:blipFill>
        <p:spPr>
          <a:xfrm>
            <a:off x="12839040" y="7749720"/>
            <a:ext cx="1722240" cy="411120"/>
          </a:xfrm>
          <a:prstGeom prst="rect">
            <a:avLst/>
          </a:prstGeom>
          <a:ln w="0">
            <a:noFill/>
          </a:ln>
        </p:spPr>
      </p:pic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Calibri Light"/>
              </a:rPr>
              <a:t>Click to edit the title </a:t>
            </a:r>
            <a:r>
              <a:rPr b="0" lang="en-US" sz="4400" spc="-1" strike="noStrike">
                <a:solidFill>
                  <a:srgbClr val="000000"/>
                </a:solidFill>
                <a:latin typeface="Calibri Light"/>
              </a:rPr>
              <a:t>text format</a:t>
            </a:r>
            <a:endParaRPr b="0" lang="en-US" sz="44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86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4"/>
    <p:sldLayoutId id="2147483676" r:id="rId5"/>
    <p:sldLayoutId id="2147483677" r:id="rId6"/>
    <p:sldLayoutId id="2147483678" r:id="rId7"/>
    <p:sldLayoutId id="2147483679" r:id="rId8"/>
    <p:sldLayoutId id="2147483680" r:id="rId9"/>
    <p:sldLayoutId id="2147483681" r:id="rId10"/>
    <p:sldLayoutId id="2147483682" r:id="rId11"/>
    <p:sldLayoutId id="2147483683" r:id="rId12"/>
    <p:sldLayoutId id="2147483684" r:id="rId13"/>
    <p:sldLayoutId id="2147483685" r:id="rId14"/>
    <p:sldLayoutId id="2147483686" r:id="rId15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Shape 0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171b2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24" name="Shape 1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20273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125" name="Image 0" descr="preencoded.png">
            <a:hlinkClick r:id="rId2"/>
          </p:cNvPr>
          <p:cNvPicPr/>
          <p:nvPr/>
        </p:nvPicPr>
        <p:blipFill>
          <a:blip r:embed="rId3"/>
          <a:stretch/>
        </p:blipFill>
        <p:spPr>
          <a:xfrm>
            <a:off x="12839040" y="7749720"/>
            <a:ext cx="1722240" cy="411120"/>
          </a:xfrm>
          <a:prstGeom prst="rect">
            <a:avLst/>
          </a:prstGeom>
          <a:ln w="0">
            <a:noFill/>
          </a:ln>
        </p:spPr>
      </p:pic>
      <p:sp>
        <p:nvSpPr>
          <p:cNvPr id="126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Calibri Light"/>
              </a:rPr>
              <a:t>Click to edit the </a:t>
            </a:r>
            <a:r>
              <a:rPr b="0" lang="en-US" sz="4400" spc="-1" strike="noStrike">
                <a:solidFill>
                  <a:srgbClr val="000000"/>
                </a:solidFill>
                <a:latin typeface="Calibri Light"/>
              </a:rPr>
              <a:t>title text format</a:t>
            </a:r>
            <a:endParaRPr b="0" lang="en-US" sz="44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127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696" r:id="rId12"/>
    <p:sldLayoutId id="2147483697" r:id="rId13"/>
    <p:sldLayoutId id="2147483698" r:id="rId14"/>
    <p:sldLayoutId id="2147483699" r:id="rId15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Shape 0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171b2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65" name="Shape 1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20273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166" name="Image 0" descr="preencoded.png">
            <a:hlinkClick r:id="rId2"/>
          </p:cNvPr>
          <p:cNvPicPr/>
          <p:nvPr/>
        </p:nvPicPr>
        <p:blipFill>
          <a:blip r:embed="rId3"/>
          <a:stretch/>
        </p:blipFill>
        <p:spPr>
          <a:xfrm>
            <a:off x="12839040" y="7749720"/>
            <a:ext cx="1722240" cy="411120"/>
          </a:xfrm>
          <a:prstGeom prst="rect">
            <a:avLst/>
          </a:prstGeom>
          <a:ln w="0">
            <a:noFill/>
          </a:ln>
        </p:spPr>
      </p:pic>
      <p:sp>
        <p:nvSpPr>
          <p:cNvPr id="167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Calibri Light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168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01" r:id="rId4"/>
    <p:sldLayoutId id="2147483702" r:id="rId5"/>
    <p:sldLayoutId id="2147483703" r:id="rId6"/>
    <p:sldLayoutId id="2147483704" r:id="rId7"/>
    <p:sldLayoutId id="2147483705" r:id="rId8"/>
    <p:sldLayoutId id="2147483706" r:id="rId9"/>
    <p:sldLayoutId id="2147483707" r:id="rId10"/>
    <p:sldLayoutId id="2147483708" r:id="rId11"/>
    <p:sldLayoutId id="2147483709" r:id="rId12"/>
    <p:sldLayoutId id="2147483710" r:id="rId13"/>
    <p:sldLayoutId id="2147483711" r:id="rId14"/>
    <p:sldLayoutId id="2147483712" r:id="rId15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Shape 0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171b2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06" name="Shape 1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20273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207" name="Image 0" descr="preencoded.png">
            <a:hlinkClick r:id="rId2"/>
          </p:cNvPr>
          <p:cNvPicPr/>
          <p:nvPr/>
        </p:nvPicPr>
        <p:blipFill>
          <a:blip r:embed="rId3"/>
          <a:stretch/>
        </p:blipFill>
        <p:spPr>
          <a:xfrm>
            <a:off x="12839040" y="7749720"/>
            <a:ext cx="1722240" cy="411120"/>
          </a:xfrm>
          <a:prstGeom prst="rect">
            <a:avLst/>
          </a:prstGeom>
          <a:ln w="0">
            <a:noFill/>
          </a:ln>
        </p:spPr>
      </p:pic>
      <p:sp>
        <p:nvSpPr>
          <p:cNvPr id="208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Calibri Light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209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14" r:id="rId4"/>
    <p:sldLayoutId id="2147483715" r:id="rId5"/>
    <p:sldLayoutId id="2147483716" r:id="rId6"/>
    <p:sldLayoutId id="2147483717" r:id="rId7"/>
    <p:sldLayoutId id="2147483718" r:id="rId8"/>
    <p:sldLayoutId id="2147483719" r:id="rId9"/>
    <p:sldLayoutId id="2147483720" r:id="rId10"/>
    <p:sldLayoutId id="2147483721" r:id="rId11"/>
    <p:sldLayoutId id="2147483722" r:id="rId12"/>
    <p:sldLayoutId id="2147483723" r:id="rId13"/>
    <p:sldLayoutId id="2147483724" r:id="rId14"/>
    <p:sldLayoutId id="2147483725" r:id="rId15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Shape 0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171b2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47" name="Shape 1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20273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248" name="Image 0" descr="preencoded.png">
            <a:hlinkClick r:id="rId2"/>
          </p:cNvPr>
          <p:cNvPicPr/>
          <p:nvPr/>
        </p:nvPicPr>
        <p:blipFill>
          <a:blip r:embed="rId3"/>
          <a:stretch/>
        </p:blipFill>
        <p:spPr>
          <a:xfrm>
            <a:off x="12839040" y="7749720"/>
            <a:ext cx="1722240" cy="411120"/>
          </a:xfrm>
          <a:prstGeom prst="rect">
            <a:avLst/>
          </a:prstGeom>
          <a:ln w="0">
            <a:noFill/>
          </a:ln>
        </p:spPr>
      </p:pic>
      <p:sp>
        <p:nvSpPr>
          <p:cNvPr id="249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Calibri Light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250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27" r:id="rId4"/>
    <p:sldLayoutId id="2147483728" r:id="rId5"/>
    <p:sldLayoutId id="2147483729" r:id="rId6"/>
    <p:sldLayoutId id="2147483730" r:id="rId7"/>
    <p:sldLayoutId id="2147483731" r:id="rId8"/>
    <p:sldLayoutId id="2147483732" r:id="rId9"/>
    <p:sldLayoutId id="2147483733" r:id="rId10"/>
    <p:sldLayoutId id="2147483734" r:id="rId11"/>
    <p:sldLayoutId id="2147483735" r:id="rId12"/>
    <p:sldLayoutId id="2147483736" r:id="rId13"/>
    <p:sldLayoutId id="2147483737" r:id="rId14"/>
    <p:sldLayoutId id="2147483738" r:id="rId15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Shape 0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171b2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88" name="Shape 1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20273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289" name="Image 0" descr="preencoded.png">
            <a:hlinkClick r:id="rId2"/>
          </p:cNvPr>
          <p:cNvPicPr/>
          <p:nvPr/>
        </p:nvPicPr>
        <p:blipFill>
          <a:blip r:embed="rId3"/>
          <a:stretch/>
        </p:blipFill>
        <p:spPr>
          <a:xfrm>
            <a:off x="12839040" y="7749720"/>
            <a:ext cx="1722240" cy="411120"/>
          </a:xfrm>
          <a:prstGeom prst="rect">
            <a:avLst/>
          </a:prstGeom>
          <a:ln w="0">
            <a:noFill/>
          </a:ln>
        </p:spPr>
      </p:pic>
      <p:sp>
        <p:nvSpPr>
          <p:cNvPr id="290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Calibri Light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291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40" r:id="rId4"/>
    <p:sldLayoutId id="2147483741" r:id="rId5"/>
    <p:sldLayoutId id="2147483742" r:id="rId6"/>
    <p:sldLayoutId id="2147483743" r:id="rId7"/>
    <p:sldLayoutId id="2147483744" r:id="rId8"/>
    <p:sldLayoutId id="2147483745" r:id="rId9"/>
    <p:sldLayoutId id="2147483746" r:id="rId10"/>
    <p:sldLayoutId id="2147483747" r:id="rId11"/>
    <p:sldLayoutId id="2147483748" r:id="rId12"/>
    <p:sldLayoutId id="2147483749" r:id="rId13"/>
    <p:sldLayoutId id="2147483750" r:id="rId14"/>
    <p:sldLayoutId id="2147483751" r:id="rId15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Shape 0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171b2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29" name="Shape 1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20273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330" name="Image 0" descr="preencoded.png">
            <a:hlinkClick r:id="rId2"/>
          </p:cNvPr>
          <p:cNvPicPr/>
          <p:nvPr/>
        </p:nvPicPr>
        <p:blipFill>
          <a:blip r:embed="rId3"/>
          <a:stretch/>
        </p:blipFill>
        <p:spPr>
          <a:xfrm>
            <a:off x="12839040" y="7749720"/>
            <a:ext cx="1722240" cy="411120"/>
          </a:xfrm>
          <a:prstGeom prst="rect">
            <a:avLst/>
          </a:prstGeom>
          <a:ln w="0">
            <a:noFill/>
          </a:ln>
        </p:spPr>
      </p:pic>
      <p:sp>
        <p:nvSpPr>
          <p:cNvPr id="331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Calibri Light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332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53" r:id="rId4"/>
    <p:sldLayoutId id="2147483754" r:id="rId5"/>
    <p:sldLayoutId id="2147483755" r:id="rId6"/>
    <p:sldLayoutId id="2147483756" r:id="rId7"/>
    <p:sldLayoutId id="2147483757" r:id="rId8"/>
    <p:sldLayoutId id="2147483758" r:id="rId9"/>
    <p:sldLayoutId id="2147483759" r:id="rId10"/>
    <p:sldLayoutId id="2147483760" r:id="rId11"/>
    <p:sldLayoutId id="2147483761" r:id="rId12"/>
    <p:sldLayoutId id="2147483762" r:id="rId13"/>
    <p:sldLayoutId id="2147483763" r:id="rId14"/>
    <p:sldLayoutId id="2147483764" r:id="rId15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Shape 0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171b2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70" name="Shape 1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20273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371" name="Image 0" descr="preencoded.png">
            <a:hlinkClick r:id="rId2"/>
          </p:cNvPr>
          <p:cNvPicPr/>
          <p:nvPr/>
        </p:nvPicPr>
        <p:blipFill>
          <a:blip r:embed="rId3"/>
          <a:stretch/>
        </p:blipFill>
        <p:spPr>
          <a:xfrm>
            <a:off x="12839040" y="7749720"/>
            <a:ext cx="1722240" cy="411120"/>
          </a:xfrm>
          <a:prstGeom prst="rect">
            <a:avLst/>
          </a:prstGeom>
          <a:ln w="0">
            <a:noFill/>
          </a:ln>
        </p:spPr>
      </p:pic>
      <p:sp>
        <p:nvSpPr>
          <p:cNvPr id="372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Calibri Light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373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66" r:id="rId4"/>
    <p:sldLayoutId id="2147483767" r:id="rId5"/>
    <p:sldLayoutId id="2147483768" r:id="rId6"/>
    <p:sldLayoutId id="2147483769" r:id="rId7"/>
    <p:sldLayoutId id="2147483770" r:id="rId8"/>
    <p:sldLayoutId id="2147483771" r:id="rId9"/>
    <p:sldLayoutId id="2147483772" r:id="rId10"/>
    <p:sldLayoutId id="2147483773" r:id="rId11"/>
    <p:sldLayoutId id="2147483774" r:id="rId12"/>
    <p:sldLayoutId id="2147483775" r:id="rId13"/>
    <p:sldLayoutId id="2147483776" r:id="rId14"/>
    <p:sldLayoutId id="2147483777" r:id="rId15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PlaceHolder 1"/>
          <p:cNvSpPr>
            <a:spLocks noGrp="1"/>
          </p:cNvSpPr>
          <p:nvPr>
            <p:ph type="title"/>
          </p:nvPr>
        </p:nvSpPr>
        <p:spPr>
          <a:xfrm>
            <a:off x="731520" y="32796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8730" spc="-1" strike="noStrike">
                <a:latin typeface="Arial"/>
              </a:rPr>
              <a:t>Click to edit the title text format</a:t>
            </a:r>
            <a:endParaRPr b="0" lang="en-US" sz="8730" spc="-1" strike="noStrike">
              <a:latin typeface="Arial"/>
            </a:endParaRPr>
          </a:p>
        </p:txBody>
      </p:sp>
      <p:sp>
        <p:nvSpPr>
          <p:cNvPr id="411" name="PlaceHolder 2"/>
          <p:cNvSpPr>
            <a:spLocks noGrp="1"/>
          </p:cNvSpPr>
          <p:nvPr>
            <p:ph type="body"/>
          </p:nvPr>
        </p:nvSpPr>
        <p:spPr>
          <a:xfrm>
            <a:off x="731520" y="1925280"/>
            <a:ext cx="13167000" cy="477252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0" rIns="0" tIns="0" bIns="0" anchor="t">
            <a:noAutofit/>
          </a:bodyPr>
          <a:p>
            <a:pPr marL="432000" indent="-324000">
              <a:spcBef>
                <a:spcPts val="2055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4640" spc="-1" strike="noStrike">
                <a:latin typeface="Arial"/>
              </a:rPr>
              <a:t>Click to edit the outline text format</a:t>
            </a:r>
            <a:endParaRPr b="0" lang="en-US" sz="4640" spc="-1" strike="noStrike">
              <a:latin typeface="Arial"/>
            </a:endParaRPr>
          </a:p>
          <a:p>
            <a:pPr lvl="1" marL="864000" indent="-324000">
              <a:spcBef>
                <a:spcPts val="164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4059" spc="-1" strike="noStrike">
                <a:latin typeface="Arial"/>
              </a:rPr>
              <a:t>Second Outline Level</a:t>
            </a:r>
            <a:endParaRPr b="0" lang="en-US" sz="4059" spc="-1" strike="noStrike">
              <a:latin typeface="Arial"/>
            </a:endParaRPr>
          </a:p>
          <a:p>
            <a:pPr lvl="2" marL="1296000" indent="-288000">
              <a:spcBef>
                <a:spcPts val="123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480" spc="-1" strike="noStrike">
                <a:latin typeface="Arial"/>
              </a:rPr>
              <a:t>Third Outline Level</a:t>
            </a:r>
            <a:endParaRPr b="0" lang="en-US" sz="3480" spc="-1" strike="noStrike">
              <a:latin typeface="Arial"/>
            </a:endParaRPr>
          </a:p>
          <a:p>
            <a:pPr lvl="3" marL="1728000" indent="-216000">
              <a:spcBef>
                <a:spcPts val="822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900" spc="-1" strike="noStrike">
                <a:latin typeface="Arial"/>
              </a:rPr>
              <a:t>Fourth Outline Level</a:t>
            </a:r>
            <a:endParaRPr b="0" lang="en-US" sz="2900" spc="-1" strike="noStrike">
              <a:latin typeface="Arial"/>
            </a:endParaRPr>
          </a:p>
          <a:p>
            <a:pPr lvl="4" marL="2160000" indent="-216000">
              <a:spcBef>
                <a:spcPts val="41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900" spc="-1" strike="noStrike">
                <a:latin typeface="Arial"/>
              </a:rPr>
              <a:t>Fifth Outline Level</a:t>
            </a:r>
            <a:endParaRPr b="0" lang="en-US" sz="2900" spc="-1" strike="noStrike">
              <a:latin typeface="Arial"/>
            </a:endParaRPr>
          </a:p>
          <a:p>
            <a:pPr lvl="5" marL="2592000" indent="-216000">
              <a:spcBef>
                <a:spcPts val="41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900" spc="-1" strike="noStrike">
                <a:latin typeface="Arial"/>
              </a:rPr>
              <a:t>Sixth Outline Level</a:t>
            </a:r>
            <a:endParaRPr b="0" lang="en-US" sz="2900" spc="-1" strike="noStrike">
              <a:latin typeface="Arial"/>
            </a:endParaRPr>
          </a:p>
          <a:p>
            <a:pPr lvl="6" marL="3024000" indent="-216000">
              <a:spcBef>
                <a:spcPts val="41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900" spc="-1" strike="noStrike">
                <a:latin typeface="Arial"/>
              </a:rPr>
              <a:t>Seventh Outline Level</a:t>
            </a:r>
            <a:endParaRPr b="0" lang="en-US" sz="2900" spc="-1" strike="noStrike">
              <a:latin typeface="Arial"/>
            </a:endParaRPr>
          </a:p>
        </p:txBody>
      </p:sp>
      <p:sp>
        <p:nvSpPr>
          <p:cNvPr id="412" name="PlaceHolder 3"/>
          <p:cNvSpPr>
            <a:spLocks noGrp="1"/>
          </p:cNvSpPr>
          <p:nvPr>
            <p:ph type="dt" idx="1"/>
          </p:nvPr>
        </p:nvSpPr>
        <p:spPr>
          <a:xfrm>
            <a:off x="731520" y="7497000"/>
            <a:ext cx="3408480" cy="56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13" name="PlaceHolder 4"/>
          <p:cNvSpPr>
            <a:spLocks noGrp="1"/>
          </p:cNvSpPr>
          <p:nvPr>
            <p:ph type="ftr" idx="2"/>
          </p:nvPr>
        </p:nvSpPr>
        <p:spPr>
          <a:xfrm>
            <a:off x="5003280" y="7497000"/>
            <a:ext cx="4637160" cy="56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ct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ctr">
              <a:buNone/>
            </a:pPr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14" name="PlaceHolder 5"/>
          <p:cNvSpPr>
            <a:spLocks noGrp="1"/>
          </p:cNvSpPr>
          <p:nvPr>
            <p:ph type="sldNum" idx="3"/>
          </p:nvPr>
        </p:nvSpPr>
        <p:spPr>
          <a:xfrm>
            <a:off x="10489680" y="7497000"/>
            <a:ext cx="3408480" cy="56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36281D98-434F-44F8-9859-5A722BDD77DF}" type="slidenum">
              <a:rPr b="0" lang="en-US" sz="1400" spc="-1" strike="noStrike">
                <a:latin typeface="Times New Roman"/>
              </a:rPr>
              <a:t>&lt;number&gt;</a:t>
            </a:fld>
            <a:endParaRPr b="0" lang="en-US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79" r:id="rId2"/>
    <p:sldLayoutId id="2147483780" r:id="rId3"/>
    <p:sldLayoutId id="2147483781" r:id="rId4"/>
    <p:sldLayoutId id="2147483782" r:id="rId5"/>
    <p:sldLayoutId id="2147483783" r:id="rId6"/>
    <p:sldLayoutId id="2147483784" r:id="rId7"/>
    <p:sldLayoutId id="2147483785" r:id="rId8"/>
    <p:sldLayoutId id="2147483786" r:id="rId9"/>
    <p:sldLayoutId id="2147483787" r:id="rId10"/>
    <p:sldLayoutId id="2147483788" r:id="rId11"/>
    <p:sldLayoutId id="2147483789" r:id="rId12"/>
    <p:sldLayoutId id="214748379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121.xml"/><Relationship Id="rId3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121.xml"/><Relationship Id="rId3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121.xml"/><Relationship Id="rId3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slideLayout" Target="../slideLayouts/slideLayout121.xml"/><Relationship Id="rId3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1.xml"/><Relationship Id="rId2" Type="http://schemas.openxmlformats.org/officeDocument/2006/relationships/notesSlide" Target="../notesSlides/notesSlide10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027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Text 0"/>
          <p:cNvSpPr/>
          <p:nvPr/>
        </p:nvSpPr>
        <p:spPr>
          <a:xfrm>
            <a:off x="793800" y="2734200"/>
            <a:ext cx="7497360" cy="70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5550"/>
              </a:lnSpc>
              <a:buNone/>
              <a:tabLst>
                <a:tab algn="l" pos="0"/>
              </a:tabLst>
            </a:pPr>
            <a:r>
              <a:rPr b="1" lang="en-US" sz="4450" spc="-1" strike="noStrike">
                <a:solidFill>
                  <a:srgbClr val="76b9ff"/>
                </a:solidFill>
                <a:latin typeface="Roboto Slab"/>
                <a:ea typeface="Roboto Slab"/>
              </a:rPr>
              <a:t>Large Neighborhood Search</a:t>
            </a:r>
            <a:endParaRPr b="0" lang="en-US" sz="4450" spc="-1" strike="noStrike">
              <a:latin typeface="Arial"/>
            </a:endParaRPr>
          </a:p>
        </p:txBody>
      </p:sp>
      <p:sp>
        <p:nvSpPr>
          <p:cNvPr id="458" name="Text 1"/>
          <p:cNvSpPr/>
          <p:nvPr/>
        </p:nvSpPr>
        <p:spPr>
          <a:xfrm>
            <a:off x="793800" y="3896280"/>
            <a:ext cx="13042440" cy="36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849"/>
              </a:lnSpc>
              <a:buNone/>
              <a:tabLst>
                <a:tab algn="l" pos="0"/>
              </a:tabLst>
            </a:pPr>
            <a:r>
              <a:rPr b="0" lang="en-US" sz="1750" spc="-1" strike="noStrike">
                <a:solidFill>
                  <a:srgbClr val="d6e5ef"/>
                </a:solidFill>
                <a:latin typeface="Roboto"/>
                <a:ea typeface="Roboto"/>
              </a:rPr>
              <a:t>za CVRP</a:t>
            </a:r>
            <a:endParaRPr b="0" lang="en-US" sz="1750" spc="-1" strike="noStrike">
              <a:latin typeface="Arial"/>
            </a:endParaRPr>
          </a:p>
        </p:txBody>
      </p:sp>
      <p:sp>
        <p:nvSpPr>
          <p:cNvPr id="459" name="Text 2"/>
          <p:cNvSpPr/>
          <p:nvPr/>
        </p:nvSpPr>
        <p:spPr>
          <a:xfrm>
            <a:off x="793800" y="4514400"/>
            <a:ext cx="13042440" cy="36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849"/>
              </a:lnSpc>
              <a:buNone/>
              <a:tabLst>
                <a:tab algn="l" pos="0"/>
              </a:tabLst>
            </a:pPr>
            <a:r>
              <a:rPr b="0" lang="en-US" sz="1750" spc="-1" strike="noStrike">
                <a:solidFill>
                  <a:srgbClr val="d6e5ef"/>
                </a:solidFill>
                <a:latin typeface="Roboto"/>
                <a:ea typeface="Roboto"/>
              </a:rPr>
              <a:t>Matija Stanković | Mateja Milošević  </a:t>
            </a:r>
            <a:endParaRPr b="0" lang="en-US" sz="1750" spc="-1" strike="noStrike">
              <a:latin typeface="Arial"/>
            </a:endParaRPr>
          </a:p>
        </p:txBody>
      </p:sp>
      <p:sp>
        <p:nvSpPr>
          <p:cNvPr id="460" name="Text 3"/>
          <p:cNvSpPr/>
          <p:nvPr/>
        </p:nvSpPr>
        <p:spPr>
          <a:xfrm>
            <a:off x="793800" y="5132520"/>
            <a:ext cx="13042440" cy="36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849"/>
              </a:lnSpc>
              <a:buNone/>
              <a:tabLst>
                <a:tab algn="l" pos="0"/>
              </a:tabLst>
            </a:pPr>
            <a:r>
              <a:rPr b="0" lang="en-US" sz="1750" spc="-1" strike="noStrike">
                <a:solidFill>
                  <a:srgbClr val="d6e5ef"/>
                </a:solidFill>
                <a:latin typeface="Roboto"/>
                <a:ea typeface="Roboto"/>
              </a:rPr>
              <a:t>Računarska Inteligencija | Februar 2026</a:t>
            </a:r>
            <a:endParaRPr b="0" lang="en-US" sz="17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027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Text 0"/>
          <p:cNvSpPr/>
          <p:nvPr/>
        </p:nvSpPr>
        <p:spPr>
          <a:xfrm>
            <a:off x="793800" y="2096280"/>
            <a:ext cx="810000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4450"/>
              </a:lnSpc>
              <a:buNone/>
              <a:tabLst>
                <a:tab algn="l" pos="0"/>
              </a:tabLst>
            </a:pPr>
            <a:r>
              <a:rPr b="0" lang="en-US" sz="3550" spc="-1" strike="noStrike">
                <a:solidFill>
                  <a:srgbClr val="76b9ff"/>
                </a:solidFill>
                <a:latin typeface="Roboto Slab"/>
                <a:ea typeface="Roboto Slab"/>
              </a:rPr>
              <a:t>Large Neighborhood Search - Koncept</a:t>
            </a:r>
            <a:endParaRPr b="0" lang="en-US" sz="3550" spc="-1" strike="noStrike">
              <a:latin typeface="Arial"/>
            </a:endParaRPr>
          </a:p>
        </p:txBody>
      </p:sp>
      <p:sp>
        <p:nvSpPr>
          <p:cNvPr id="462" name="Text 1"/>
          <p:cNvSpPr/>
          <p:nvPr/>
        </p:nvSpPr>
        <p:spPr>
          <a:xfrm>
            <a:off x="793800" y="3116880"/>
            <a:ext cx="13042440" cy="254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>
              <a:lnSpc>
                <a:spcPts val="2849"/>
              </a:lnSpc>
              <a:buClr>
                <a:srgbClr val="d6e5ef"/>
              </a:buClr>
              <a:buFont typeface="Symbol" charset="2"/>
              <a:buChar char=""/>
            </a:pPr>
            <a:r>
              <a:rPr b="0" lang="en-US" sz="1750" spc="-1" strike="noStrike">
                <a:solidFill>
                  <a:srgbClr val="d6e5ef"/>
                </a:solidFill>
                <a:latin typeface="Roboto"/>
                <a:ea typeface="Roboto"/>
              </a:rPr>
              <a:t>Susedstvo - skup rešenja koja se mogu dobiti iz trenutnog primenom određenih transformacija.</a:t>
            </a:r>
            <a:endParaRPr b="0" lang="en-US" sz="1750" spc="-1" strike="noStrike">
              <a:latin typeface="Arial"/>
            </a:endParaRPr>
          </a:p>
          <a:p>
            <a:pPr marL="343080" indent="-343080">
              <a:lnSpc>
                <a:spcPts val="2849"/>
              </a:lnSpc>
              <a:buClr>
                <a:srgbClr val="d6e5ef"/>
              </a:buClr>
              <a:buFont typeface="Symbol" charset="2"/>
              <a:buChar char=""/>
            </a:pPr>
            <a:r>
              <a:rPr b="0" lang="en-US" sz="1750" spc="-1" strike="noStrike">
                <a:solidFill>
                  <a:srgbClr val="d6e5ef"/>
                </a:solidFill>
                <a:latin typeface="Roboto"/>
                <a:ea typeface="Roboto"/>
              </a:rPr>
              <a:t>LNS: koristi velika susedstva, omogućava radikalne promene.</a:t>
            </a:r>
            <a:endParaRPr b="0" lang="en-US" sz="1750" spc="-1" strike="noStrike">
              <a:latin typeface="Arial"/>
            </a:endParaRPr>
          </a:p>
          <a:p>
            <a:pPr marL="343080" indent="-343080">
              <a:lnSpc>
                <a:spcPts val="2849"/>
              </a:lnSpc>
              <a:buClr>
                <a:srgbClr val="d6e5ef"/>
              </a:buClr>
              <a:buFont typeface="Symbol" charset="2"/>
              <a:buChar char=""/>
            </a:pPr>
            <a:r>
              <a:rPr b="0" lang="en-US" sz="1750" spc="-1" strike="noStrike">
                <a:solidFill>
                  <a:srgbClr val="d6e5ef"/>
                </a:solidFill>
                <a:latin typeface="Roboto"/>
                <a:ea typeface="Roboto"/>
              </a:rPr>
              <a:t>Iterativni pristup: Destroy → Repair → Accept.</a:t>
            </a:r>
            <a:endParaRPr b="0" lang="en-US" sz="1750" spc="-1" strike="noStrike">
              <a:latin typeface="Arial"/>
            </a:endParaRPr>
          </a:p>
          <a:p>
            <a:pPr marL="343080" indent="-343080">
              <a:lnSpc>
                <a:spcPts val="2849"/>
              </a:lnSpc>
              <a:buClr>
                <a:srgbClr val="d6e5ef"/>
              </a:buClr>
              <a:buFont typeface="Symbol" charset="2"/>
              <a:buChar char=""/>
            </a:pPr>
            <a:r>
              <a:rPr b="0" lang="en-US" sz="1750" spc="-1" strike="noStrike">
                <a:solidFill>
                  <a:srgbClr val="d6e5ef"/>
                </a:solidFill>
                <a:latin typeface="Roboto"/>
                <a:ea typeface="Roboto"/>
              </a:rPr>
              <a:t>Tipovi rešenja:</a:t>
            </a:r>
            <a:endParaRPr b="0" lang="en-US" sz="1750" spc="-1" strike="noStrike">
              <a:latin typeface="Arial"/>
            </a:endParaRPr>
          </a:p>
          <a:p>
            <a:pPr>
              <a:lnSpc>
                <a:spcPts val="2849"/>
              </a:lnSpc>
              <a:buNone/>
              <a:tabLst>
                <a:tab algn="l" pos="0"/>
              </a:tabLst>
            </a:pPr>
            <a:r>
              <a:rPr b="1" lang="en-US" sz="1750" spc="-1" strike="noStrike">
                <a:solidFill>
                  <a:srgbClr val="d6e5ef"/>
                </a:solidFill>
                <a:latin typeface="Roboto"/>
                <a:ea typeface="Roboto"/>
              </a:rPr>
              <a:t>Current</a:t>
            </a:r>
            <a:r>
              <a:rPr b="0" lang="en-US" sz="1750" spc="-1" strike="noStrike">
                <a:solidFill>
                  <a:srgbClr val="d6e5ef"/>
                </a:solidFill>
                <a:latin typeface="Roboto"/>
                <a:ea typeface="Roboto"/>
              </a:rPr>
              <a:t>: polazna tačka za sledeću iteraciju.</a:t>
            </a:r>
            <a:endParaRPr b="0" lang="en-US" sz="1750" spc="-1" strike="noStrike">
              <a:latin typeface="Arial"/>
            </a:endParaRPr>
          </a:p>
          <a:p>
            <a:pPr>
              <a:lnSpc>
                <a:spcPts val="2849"/>
              </a:lnSpc>
              <a:buNone/>
              <a:tabLst>
                <a:tab algn="l" pos="0"/>
              </a:tabLst>
            </a:pPr>
            <a:r>
              <a:rPr b="1" lang="en-US" sz="1750" spc="-1" strike="noStrike">
                <a:solidFill>
                  <a:srgbClr val="d6e5ef"/>
                </a:solidFill>
                <a:latin typeface="Roboto"/>
                <a:ea typeface="Roboto"/>
              </a:rPr>
              <a:t>Best</a:t>
            </a:r>
            <a:r>
              <a:rPr b="0" lang="en-US" sz="1750" spc="-1" strike="noStrike">
                <a:solidFill>
                  <a:srgbClr val="d6e5ef"/>
                </a:solidFill>
                <a:latin typeface="Roboto"/>
                <a:ea typeface="Roboto"/>
              </a:rPr>
              <a:t>: najbolje pronađeno rešenje.</a:t>
            </a:r>
            <a:endParaRPr b="0" lang="en-US" sz="1750" spc="-1" strike="noStrike">
              <a:latin typeface="Arial"/>
            </a:endParaRPr>
          </a:p>
          <a:p>
            <a:pPr>
              <a:lnSpc>
                <a:spcPts val="2849"/>
              </a:lnSpc>
              <a:buNone/>
              <a:tabLst>
                <a:tab algn="l" pos="0"/>
              </a:tabLst>
            </a:pPr>
            <a:r>
              <a:rPr b="1" lang="en-US" sz="1750" spc="-1" strike="noStrike">
                <a:solidFill>
                  <a:srgbClr val="d6e5ef"/>
                </a:solidFill>
                <a:latin typeface="Roboto"/>
                <a:ea typeface="Roboto"/>
              </a:rPr>
              <a:t>Candidate</a:t>
            </a:r>
            <a:r>
              <a:rPr b="0" lang="en-US" sz="1750" spc="-1" strike="noStrike">
                <a:solidFill>
                  <a:srgbClr val="d6e5ef"/>
                </a:solidFill>
                <a:latin typeface="Roboto"/>
                <a:ea typeface="Roboto"/>
              </a:rPr>
              <a:t>: novo generisano rešenje.</a:t>
            </a:r>
            <a:endParaRPr b="0" lang="en-US" sz="17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027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Text 0"/>
          <p:cNvSpPr/>
          <p:nvPr/>
        </p:nvSpPr>
        <p:spPr>
          <a:xfrm>
            <a:off x="793800" y="677520"/>
            <a:ext cx="96656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4450"/>
              </a:lnSpc>
              <a:buNone/>
              <a:tabLst>
                <a:tab algn="l" pos="0"/>
              </a:tabLst>
            </a:pPr>
            <a:r>
              <a:rPr b="1" lang="en-US" sz="3550" spc="-1" strike="noStrike">
                <a:solidFill>
                  <a:srgbClr val="76b9ff"/>
                </a:solidFill>
                <a:latin typeface="Roboto Slab"/>
                <a:ea typeface="Roboto Slab"/>
              </a:rPr>
              <a:t>Capacitated Vehicle Routing Problem (CVRP)</a:t>
            </a:r>
            <a:endParaRPr b="0" lang="en-US" sz="3550" spc="-1" strike="noStrike">
              <a:latin typeface="Arial"/>
            </a:endParaRPr>
          </a:p>
        </p:txBody>
      </p:sp>
      <p:pic>
        <p:nvPicPr>
          <p:cNvPr id="464" name="Image 0" descr="preencoded.png"/>
          <p:cNvPicPr/>
          <p:nvPr/>
        </p:nvPicPr>
        <p:blipFill>
          <a:blip r:embed="rId1"/>
          <a:stretch/>
        </p:blipFill>
        <p:spPr>
          <a:xfrm>
            <a:off x="793800" y="1461960"/>
            <a:ext cx="8295120" cy="4105800"/>
          </a:xfrm>
          <a:prstGeom prst="rect">
            <a:avLst/>
          </a:prstGeom>
          <a:ln w="0">
            <a:noFill/>
          </a:ln>
        </p:spPr>
      </p:pic>
      <p:sp>
        <p:nvSpPr>
          <p:cNvPr id="465" name="Text 1"/>
          <p:cNvSpPr/>
          <p:nvPr/>
        </p:nvSpPr>
        <p:spPr>
          <a:xfrm>
            <a:off x="793800" y="5731200"/>
            <a:ext cx="13042440" cy="156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>
              <a:lnSpc>
                <a:spcPts val="2049"/>
              </a:lnSpc>
              <a:buClr>
                <a:srgbClr val="d6e5ef"/>
              </a:buClr>
              <a:buFont typeface="Symbol" charset="2"/>
              <a:buChar char=""/>
            </a:pPr>
            <a:r>
              <a:rPr b="0" lang="en-US" sz="1400" spc="-1" strike="noStrike">
                <a:solidFill>
                  <a:srgbClr val="d6e5ef"/>
                </a:solidFill>
                <a:latin typeface="Roboto"/>
                <a:ea typeface="Roboto"/>
              </a:rPr>
              <a:t>CVRP: NP-težak optimizacioni problem u logistici</a:t>
            </a:r>
            <a:endParaRPr b="0" lang="en-US" sz="1400" spc="-1" strike="noStrike">
              <a:latin typeface="Arial"/>
            </a:endParaRPr>
          </a:p>
          <a:p>
            <a:pPr marL="343080" indent="-343080">
              <a:lnSpc>
                <a:spcPts val="2049"/>
              </a:lnSpc>
              <a:buClr>
                <a:srgbClr val="d6e5ef"/>
              </a:buClr>
              <a:buFont typeface="Symbol" charset="2"/>
              <a:buChar char=""/>
            </a:pPr>
            <a:r>
              <a:rPr b="0" lang="en-US" sz="1400" spc="-1" strike="noStrike">
                <a:solidFill>
                  <a:srgbClr val="d6e5ef"/>
                </a:solidFill>
                <a:latin typeface="Roboto"/>
                <a:ea typeface="Roboto"/>
              </a:rPr>
              <a:t>Elementi: depo, korisnici (zahtevi), vozila (kapacitet Q)</a:t>
            </a:r>
            <a:endParaRPr b="0" lang="en-US" sz="1400" spc="-1" strike="noStrike">
              <a:latin typeface="Arial"/>
            </a:endParaRPr>
          </a:p>
          <a:p>
            <a:pPr marL="343080" indent="-343080">
              <a:lnSpc>
                <a:spcPts val="2049"/>
              </a:lnSpc>
              <a:buClr>
                <a:srgbClr val="d6e5ef"/>
              </a:buClr>
              <a:buFont typeface="Symbol" charset="2"/>
              <a:buChar char=""/>
            </a:pPr>
            <a:r>
              <a:rPr b="0" lang="en-US" sz="1400" spc="-1" strike="noStrike">
                <a:solidFill>
                  <a:srgbClr val="d6e5ef"/>
                </a:solidFill>
                <a:latin typeface="Roboto"/>
                <a:ea typeface="Roboto"/>
              </a:rPr>
              <a:t>Ograničenja:</a:t>
            </a:r>
            <a:endParaRPr b="0" lang="en-US" sz="1400" spc="-1" strike="noStrike">
              <a:latin typeface="Arial"/>
            </a:endParaRPr>
          </a:p>
          <a:p>
            <a:pPr lvl="1" marL="685800" indent="-343080">
              <a:lnSpc>
                <a:spcPts val="2049"/>
              </a:lnSpc>
              <a:buClr>
                <a:srgbClr val="d6e5ef"/>
              </a:buClr>
              <a:buFont typeface="StarSymbol"/>
              <a:buChar char="◦"/>
            </a:pPr>
            <a:r>
              <a:rPr b="0" lang="en-US" sz="1400" spc="-1" strike="noStrike">
                <a:solidFill>
                  <a:srgbClr val="d6e5ef"/>
                </a:solidFill>
                <a:latin typeface="Roboto"/>
                <a:ea typeface="Roboto"/>
              </a:rPr>
              <a:t>Svaki korisnik posećen jednom</a:t>
            </a:r>
            <a:endParaRPr b="0" lang="en-US" sz="1400" spc="-1" strike="noStrike">
              <a:latin typeface="Arial"/>
            </a:endParaRPr>
          </a:p>
          <a:p>
            <a:pPr lvl="1" marL="685800" indent="-343080">
              <a:lnSpc>
                <a:spcPts val="2049"/>
              </a:lnSpc>
              <a:buClr>
                <a:srgbClr val="d6e5ef"/>
              </a:buClr>
              <a:buFont typeface="StarSymbol"/>
              <a:buChar char="◦"/>
            </a:pPr>
            <a:r>
              <a:rPr b="0" lang="en-US" sz="1400" spc="-1" strike="noStrike">
                <a:solidFill>
                  <a:srgbClr val="d6e5ef"/>
                </a:solidFill>
                <a:latin typeface="Roboto"/>
                <a:ea typeface="Roboto"/>
              </a:rPr>
              <a:t>Zbir zahteva po ruti ≤ Q</a:t>
            </a:r>
            <a:endParaRPr b="0" lang="en-US" sz="1400" spc="-1" strike="noStrike">
              <a:latin typeface="Arial"/>
            </a:endParaRPr>
          </a:p>
          <a:p>
            <a:pPr marL="343080" indent="-343080">
              <a:lnSpc>
                <a:spcPts val="2049"/>
              </a:lnSpc>
              <a:buClr>
                <a:srgbClr val="d6e5ef"/>
              </a:buClr>
              <a:buFont typeface="Symbol" charset="2"/>
              <a:buChar char=""/>
            </a:pPr>
            <a:r>
              <a:rPr b="0" lang="en-US" sz="1400" spc="-1" strike="noStrike">
                <a:solidFill>
                  <a:srgbClr val="d6e5ef"/>
                </a:solidFill>
                <a:latin typeface="Roboto"/>
                <a:ea typeface="Roboto"/>
              </a:rPr>
              <a:t>Cilj: Minimizacija ukupne pređene distance</a:t>
            </a:r>
            <a:endParaRPr b="0" lang="en-US" sz="1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027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Text 0"/>
          <p:cNvSpPr/>
          <p:nvPr/>
        </p:nvSpPr>
        <p:spPr>
          <a:xfrm>
            <a:off x="793800" y="2116080"/>
            <a:ext cx="47851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4450"/>
              </a:lnSpc>
              <a:buNone/>
              <a:tabLst>
                <a:tab algn="l" pos="0"/>
              </a:tabLst>
            </a:pPr>
            <a:r>
              <a:rPr b="0" lang="en-US" sz="3550" spc="-1" strike="noStrike">
                <a:solidFill>
                  <a:srgbClr val="76b9ff"/>
                </a:solidFill>
                <a:latin typeface="Roboto Slab"/>
                <a:ea typeface="Roboto Slab"/>
              </a:rPr>
              <a:t>Basic vs Adaptive LNS</a:t>
            </a:r>
            <a:endParaRPr b="0" lang="en-US" sz="3550" spc="-1" strike="noStrike">
              <a:latin typeface="Arial"/>
            </a:endParaRPr>
          </a:p>
        </p:txBody>
      </p:sp>
      <p:sp>
        <p:nvSpPr>
          <p:cNvPr id="467" name="Text 1"/>
          <p:cNvSpPr/>
          <p:nvPr/>
        </p:nvSpPr>
        <p:spPr>
          <a:xfrm>
            <a:off x="793800" y="3250080"/>
            <a:ext cx="340200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3300"/>
              </a:lnSpc>
              <a:buNone/>
              <a:tabLst>
                <a:tab algn="l" pos="0"/>
              </a:tabLst>
            </a:pPr>
            <a:r>
              <a:rPr b="0" lang="en-US" sz="2650" spc="-1" strike="noStrike">
                <a:solidFill>
                  <a:srgbClr val="76b9ff"/>
                </a:solidFill>
                <a:latin typeface="Roboto Slab"/>
                <a:ea typeface="Roboto Slab"/>
              </a:rPr>
              <a:t>Basic LNS</a:t>
            </a:r>
            <a:endParaRPr b="0" lang="en-US" sz="2650" spc="-1" strike="noStrike">
              <a:latin typeface="Arial"/>
            </a:endParaRPr>
          </a:p>
        </p:txBody>
      </p:sp>
      <p:sp>
        <p:nvSpPr>
          <p:cNvPr id="468" name="Text 2"/>
          <p:cNvSpPr/>
          <p:nvPr/>
        </p:nvSpPr>
        <p:spPr>
          <a:xfrm>
            <a:off x="793800" y="3902400"/>
            <a:ext cx="6244200" cy="108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>
              <a:lnSpc>
                <a:spcPts val="2849"/>
              </a:lnSpc>
              <a:buClr>
                <a:srgbClr val="d6e5ef"/>
              </a:buClr>
              <a:buFont typeface="Symbol" charset="2"/>
              <a:buChar char=""/>
            </a:pPr>
            <a:r>
              <a:rPr b="0" lang="en-US" sz="1750" spc="-1" strike="noStrike">
                <a:solidFill>
                  <a:srgbClr val="d6e5ef"/>
                </a:solidFill>
                <a:latin typeface="Roboto"/>
                <a:ea typeface="Roboto"/>
              </a:rPr>
              <a:t>Fiksna kombinacija operatora</a:t>
            </a:r>
            <a:endParaRPr b="0" lang="en-US" sz="1750" spc="-1" strike="noStrike">
              <a:latin typeface="Arial"/>
            </a:endParaRPr>
          </a:p>
          <a:p>
            <a:pPr marL="343080" indent="-343080">
              <a:lnSpc>
                <a:spcPts val="2849"/>
              </a:lnSpc>
              <a:buClr>
                <a:srgbClr val="d6e5ef"/>
              </a:buClr>
              <a:buFont typeface="Symbol" charset="2"/>
              <a:buChar char=""/>
            </a:pPr>
            <a:r>
              <a:rPr b="0" lang="en-US" sz="1750" spc="-1" strike="noStrike">
                <a:solidFill>
                  <a:srgbClr val="d6e5ef"/>
                </a:solidFill>
                <a:latin typeface="Roboto"/>
                <a:ea typeface="Roboto"/>
              </a:rPr>
              <a:t>Jednostavan i brz</a:t>
            </a:r>
            <a:endParaRPr b="0" lang="en-US" sz="1750" spc="-1" strike="noStrike">
              <a:latin typeface="Arial"/>
            </a:endParaRPr>
          </a:p>
          <a:p>
            <a:pPr marL="343080" indent="-343080">
              <a:lnSpc>
                <a:spcPts val="2849"/>
              </a:lnSpc>
              <a:buClr>
                <a:srgbClr val="d6e5ef"/>
              </a:buClr>
              <a:buFont typeface="Symbol" charset="2"/>
              <a:buChar char=""/>
            </a:pPr>
            <a:r>
              <a:rPr b="0" lang="en-US" sz="1750" spc="-1" strike="noStrike">
                <a:solidFill>
                  <a:srgbClr val="d6e5ef"/>
                </a:solidFill>
                <a:latin typeface="Roboto"/>
                <a:ea typeface="Roboto"/>
              </a:rPr>
              <a:t>Zavisi od izbora operatora</a:t>
            </a:r>
            <a:endParaRPr b="0" lang="en-US" sz="1750" spc="-1" strike="noStrike">
              <a:latin typeface="Arial"/>
            </a:endParaRPr>
          </a:p>
        </p:txBody>
      </p:sp>
      <p:sp>
        <p:nvSpPr>
          <p:cNvPr id="469" name="Text 3"/>
          <p:cNvSpPr/>
          <p:nvPr/>
        </p:nvSpPr>
        <p:spPr>
          <a:xfrm>
            <a:off x="7599600" y="3250080"/>
            <a:ext cx="340200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3300"/>
              </a:lnSpc>
              <a:buNone/>
              <a:tabLst>
                <a:tab algn="l" pos="0"/>
              </a:tabLst>
            </a:pPr>
            <a:r>
              <a:rPr b="0" lang="en-US" sz="2650" spc="-1" strike="noStrike">
                <a:solidFill>
                  <a:srgbClr val="76b9ff"/>
                </a:solidFill>
                <a:latin typeface="Roboto Slab"/>
                <a:ea typeface="Roboto Slab"/>
              </a:rPr>
              <a:t>Adaptive LNS</a:t>
            </a:r>
            <a:endParaRPr b="0" lang="en-US" sz="2650" spc="-1" strike="noStrike">
              <a:latin typeface="Arial"/>
            </a:endParaRPr>
          </a:p>
        </p:txBody>
      </p:sp>
      <p:sp>
        <p:nvSpPr>
          <p:cNvPr id="470" name="Text 4"/>
          <p:cNvSpPr/>
          <p:nvPr/>
        </p:nvSpPr>
        <p:spPr>
          <a:xfrm>
            <a:off x="7599600" y="3902400"/>
            <a:ext cx="6244200" cy="181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>
              <a:lnSpc>
                <a:spcPts val="2849"/>
              </a:lnSpc>
              <a:buClr>
                <a:srgbClr val="d6e5ef"/>
              </a:buClr>
              <a:buFont typeface="Symbol" charset="2"/>
              <a:buChar char=""/>
            </a:pPr>
            <a:r>
              <a:rPr b="0" lang="en-US" sz="1750" spc="-1" strike="noStrike">
                <a:solidFill>
                  <a:srgbClr val="d6e5ef"/>
                </a:solidFill>
                <a:latin typeface="Roboto"/>
                <a:ea typeface="Roboto"/>
              </a:rPr>
              <a:t>Uči iz prethodnih iteracija</a:t>
            </a:r>
            <a:endParaRPr b="0" lang="en-US" sz="1750" spc="-1" strike="noStrike">
              <a:latin typeface="Arial"/>
            </a:endParaRPr>
          </a:p>
          <a:p>
            <a:pPr marL="343080" indent="-343080">
              <a:lnSpc>
                <a:spcPts val="2849"/>
              </a:lnSpc>
              <a:buClr>
                <a:srgbClr val="d6e5ef"/>
              </a:buClr>
              <a:buFont typeface="Symbol" charset="2"/>
              <a:buChar char=""/>
            </a:pPr>
            <a:r>
              <a:rPr b="0" lang="en-US" sz="1750" spc="-1" strike="noStrike">
                <a:solidFill>
                  <a:srgbClr val="d6e5ef"/>
                </a:solidFill>
                <a:latin typeface="Roboto"/>
                <a:ea typeface="Roboto"/>
              </a:rPr>
              <a:t>Roulette Wheel Selection operatora</a:t>
            </a:r>
            <a:endParaRPr b="0" lang="en-US" sz="1750" spc="-1" strike="noStrike">
              <a:latin typeface="Arial"/>
            </a:endParaRPr>
          </a:p>
          <a:p>
            <a:pPr>
              <a:lnSpc>
                <a:spcPts val="2849"/>
              </a:lnSpc>
              <a:buNone/>
              <a:tabLst>
                <a:tab algn="l" pos="0"/>
              </a:tabLst>
            </a:pPr>
            <a:r>
              <a:rPr b="0" lang="en-US" sz="1750" spc="-1" strike="noStrike">
                <a:solidFill>
                  <a:srgbClr val="d6e5ef"/>
                </a:solidFill>
                <a:latin typeface="Roboto"/>
                <a:ea typeface="Roboto"/>
              </a:rPr>
              <a:t>Sistem bodovanja (ω₁,</a:t>
            </a:r>
            <a:r>
              <a:rPr b="0" i="1" lang="en-US" sz="1750" spc="-1" strike="noStrike">
                <a:solidFill>
                  <a:srgbClr val="d6e5ef"/>
                </a:solidFill>
                <a:latin typeface="Roboto"/>
                <a:ea typeface="Roboto"/>
              </a:rPr>
              <a:t> ω₂</a:t>
            </a:r>
            <a:r>
              <a:rPr b="0" lang="en-US" sz="1750" spc="-1" strike="noStrike">
                <a:solidFill>
                  <a:srgbClr val="d6e5ef"/>
                </a:solidFill>
                <a:latin typeface="Roboto"/>
                <a:ea typeface="Roboto"/>
              </a:rPr>
              <a:t>, </a:t>
            </a:r>
            <a:r>
              <a:rPr b="0" i="1" lang="en-US" sz="1750" spc="-1" strike="noStrike">
                <a:solidFill>
                  <a:srgbClr val="d6e5ef"/>
                </a:solidFill>
                <a:latin typeface="Roboto"/>
                <a:ea typeface="Roboto"/>
              </a:rPr>
              <a:t>ω₃, ω₄</a:t>
            </a:r>
            <a:r>
              <a:rPr b="0" lang="en-US" sz="1750" spc="-1" strike="noStrike">
                <a:solidFill>
                  <a:srgbClr val="d6e5ef"/>
                </a:solidFill>
                <a:latin typeface="Roboto"/>
                <a:ea typeface="Roboto"/>
              </a:rPr>
              <a:t>)</a:t>
            </a:r>
            <a:endParaRPr b="0" lang="en-US" sz="1750" spc="-1" strike="noStrike">
              <a:latin typeface="Arial"/>
            </a:endParaRPr>
          </a:p>
          <a:p>
            <a:pPr>
              <a:lnSpc>
                <a:spcPts val="2849"/>
              </a:lnSpc>
              <a:buNone/>
              <a:tabLst>
                <a:tab algn="l" pos="0"/>
              </a:tabLst>
            </a:pPr>
            <a:r>
              <a:rPr b="0" lang="en-US" sz="1750" spc="-1" strike="noStrike">
                <a:solidFill>
                  <a:srgbClr val="d6e5ef"/>
                </a:solidFill>
                <a:latin typeface="Roboto"/>
                <a:ea typeface="Roboto"/>
              </a:rPr>
              <a:t>Ažuriranje težina: </a:t>
            </a:r>
            <a:r>
              <a:rPr b="0" lang="en-US" sz="1750" spc="-1" strike="noStrike">
                <a:solidFill>
                  <a:srgbClr val="d6e5ef"/>
                </a:solidFill>
                <a:latin typeface="Roboto"/>
                <a:ea typeface="Roboto"/>
              </a:rPr>
              <a:t>ωₙₑw</a:t>
            </a:r>
            <a:r>
              <a:rPr b="0" lang="en-US" sz="1750" spc="-1" strike="noStrike">
                <a:solidFill>
                  <a:srgbClr val="d6e5ef"/>
                </a:solidFill>
                <a:latin typeface="Roboto"/>
                <a:ea typeface="Roboto"/>
              </a:rPr>
              <a:t> = (1 − λ) · </a:t>
            </a:r>
            <a:r>
              <a:rPr b="0" i="1" lang="en-US" sz="1750" spc="-1" strike="noStrike">
                <a:solidFill>
                  <a:srgbClr val="d6e5ef"/>
                </a:solidFill>
                <a:latin typeface="Roboto"/>
                <a:ea typeface="Roboto"/>
              </a:rPr>
              <a:t>ωₒₗd</a:t>
            </a:r>
            <a:r>
              <a:rPr b="0" lang="en-US" sz="1750" spc="-1" strike="noStrike">
                <a:solidFill>
                  <a:srgbClr val="d6e5ef"/>
                </a:solidFill>
                <a:latin typeface="Roboto"/>
                <a:ea typeface="Roboto"/>
              </a:rPr>
              <a:t> + λ · score</a:t>
            </a:r>
            <a:endParaRPr b="0" lang="en-US" sz="1750" spc="-1" strike="noStrike">
              <a:latin typeface="Arial"/>
            </a:endParaRPr>
          </a:p>
          <a:p>
            <a:pPr marL="343080" indent="-343080">
              <a:lnSpc>
                <a:spcPts val="2849"/>
              </a:lnSpc>
              <a:buClr>
                <a:srgbClr val="d6e5ef"/>
              </a:buClr>
              <a:buFont typeface="Symbol" charset="2"/>
              <a:buChar char=""/>
              <a:tabLst>
                <a:tab algn="l" pos="0"/>
              </a:tabLst>
            </a:pPr>
            <a:r>
              <a:rPr b="0" lang="en-US" sz="1750" spc="-1" strike="noStrike">
                <a:solidFill>
                  <a:srgbClr val="d6e5ef"/>
                </a:solidFill>
                <a:latin typeface="Roboto"/>
                <a:ea typeface="Roboto"/>
              </a:rPr>
              <a:t>Robusniji, ali sporiji</a:t>
            </a:r>
            <a:endParaRPr b="0" lang="en-US" sz="17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027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Text 0"/>
          <p:cNvSpPr/>
          <p:nvPr/>
        </p:nvSpPr>
        <p:spPr>
          <a:xfrm>
            <a:off x="793800" y="1865880"/>
            <a:ext cx="453600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4450"/>
              </a:lnSpc>
              <a:buNone/>
              <a:tabLst>
                <a:tab algn="l" pos="0"/>
              </a:tabLst>
            </a:pPr>
            <a:r>
              <a:rPr b="0" lang="en-US" sz="3550" spc="-1" strike="noStrike">
                <a:solidFill>
                  <a:srgbClr val="76b9ff"/>
                </a:solidFill>
                <a:latin typeface="Roboto Slab"/>
                <a:ea typeface="Roboto Slab"/>
              </a:rPr>
              <a:t>Implementacija</a:t>
            </a:r>
            <a:endParaRPr b="0" lang="en-US" sz="3550" spc="-1" strike="noStrike">
              <a:latin typeface="Arial"/>
            </a:endParaRPr>
          </a:p>
        </p:txBody>
      </p:sp>
      <p:sp>
        <p:nvSpPr>
          <p:cNvPr id="472" name="Shape 1"/>
          <p:cNvSpPr/>
          <p:nvPr/>
        </p:nvSpPr>
        <p:spPr>
          <a:xfrm>
            <a:off x="793800" y="2886480"/>
            <a:ext cx="4196160" cy="3476880"/>
          </a:xfrm>
          <a:prstGeom prst="roundRect">
            <a:avLst>
              <a:gd name="adj" fmla="val 979"/>
            </a:avLst>
          </a:prstGeom>
          <a:solidFill>
            <a:srgbClr val="202733"/>
          </a:solidFill>
          <a:ln w="30480">
            <a:solidFill>
              <a:srgbClr val="585f6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73" name="Text 2"/>
          <p:cNvSpPr/>
          <p:nvPr/>
        </p:nvSpPr>
        <p:spPr>
          <a:xfrm>
            <a:off x="1051200" y="3143880"/>
            <a:ext cx="2835000" cy="35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750"/>
              </a:lnSpc>
              <a:buNone/>
              <a:tabLst>
                <a:tab algn="l" pos="0"/>
              </a:tabLst>
            </a:pPr>
            <a:r>
              <a:rPr b="0" lang="en-US" sz="2200" spc="-1" strike="noStrike">
                <a:solidFill>
                  <a:srgbClr val="d6e5ef"/>
                </a:solidFill>
                <a:latin typeface="Roboto Slab"/>
                <a:ea typeface="Roboto Slab"/>
              </a:rPr>
              <a:t>Destroy Operatori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474" name="Text 3"/>
          <p:cNvSpPr/>
          <p:nvPr/>
        </p:nvSpPr>
        <p:spPr>
          <a:xfrm>
            <a:off x="1051200" y="3634200"/>
            <a:ext cx="3681360" cy="14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>
              <a:lnSpc>
                <a:spcPts val="2849"/>
              </a:lnSpc>
              <a:buClr>
                <a:srgbClr val="d6e5ef"/>
              </a:buClr>
              <a:buFont typeface="Symbol" charset="2"/>
              <a:buChar char=""/>
            </a:pPr>
            <a:r>
              <a:rPr b="0" lang="en-US" sz="1750" spc="-1" strike="noStrike">
                <a:solidFill>
                  <a:srgbClr val="d6e5ef"/>
                </a:solidFill>
                <a:latin typeface="Roboto"/>
                <a:ea typeface="Roboto"/>
              </a:rPr>
              <a:t>Random</a:t>
            </a:r>
            <a:endParaRPr b="0" lang="en-US" sz="1750" spc="-1" strike="noStrike">
              <a:latin typeface="Arial"/>
            </a:endParaRPr>
          </a:p>
          <a:p>
            <a:pPr marL="343080" indent="-343080">
              <a:lnSpc>
                <a:spcPts val="2849"/>
              </a:lnSpc>
              <a:buClr>
                <a:srgbClr val="d6e5ef"/>
              </a:buClr>
              <a:buFont typeface="Symbol" charset="2"/>
              <a:buChar char=""/>
            </a:pPr>
            <a:r>
              <a:rPr b="0" lang="en-US" sz="1750" spc="-1" strike="noStrike">
                <a:solidFill>
                  <a:srgbClr val="d6e5ef"/>
                </a:solidFill>
                <a:latin typeface="Roboto"/>
                <a:ea typeface="Roboto"/>
              </a:rPr>
              <a:t>Worst</a:t>
            </a:r>
            <a:endParaRPr b="0" lang="en-US" sz="1750" spc="-1" strike="noStrike">
              <a:latin typeface="Arial"/>
            </a:endParaRPr>
          </a:p>
          <a:p>
            <a:pPr marL="343080" indent="-343080">
              <a:lnSpc>
                <a:spcPts val="2849"/>
              </a:lnSpc>
              <a:buClr>
                <a:srgbClr val="d6e5ef"/>
              </a:buClr>
              <a:buFont typeface="Symbol" charset="2"/>
              <a:buChar char=""/>
            </a:pPr>
            <a:r>
              <a:rPr b="0" lang="en-US" sz="1750" spc="-1" strike="noStrike">
                <a:solidFill>
                  <a:srgbClr val="d6e5ef"/>
                </a:solidFill>
                <a:latin typeface="Roboto"/>
                <a:ea typeface="Roboto"/>
              </a:rPr>
              <a:t>Related</a:t>
            </a:r>
            <a:endParaRPr b="0" lang="en-US" sz="1750" spc="-1" strike="noStrike">
              <a:latin typeface="Arial"/>
            </a:endParaRPr>
          </a:p>
          <a:p>
            <a:pPr marL="343080" indent="-343080">
              <a:lnSpc>
                <a:spcPts val="2849"/>
              </a:lnSpc>
              <a:buClr>
                <a:srgbClr val="d6e5ef"/>
              </a:buClr>
              <a:buFont typeface="Symbol" charset="2"/>
              <a:buChar char=""/>
            </a:pPr>
            <a:r>
              <a:rPr b="0" lang="en-US" sz="1750" spc="-1" strike="noStrike">
                <a:solidFill>
                  <a:srgbClr val="d6e5ef"/>
                </a:solidFill>
                <a:latin typeface="Roboto"/>
                <a:ea typeface="Roboto"/>
              </a:rPr>
              <a:t>Worst Route</a:t>
            </a:r>
            <a:endParaRPr b="0" lang="en-US" sz="1750" spc="-1" strike="noStrike">
              <a:latin typeface="Arial"/>
            </a:endParaRPr>
          </a:p>
        </p:txBody>
      </p:sp>
      <p:sp>
        <p:nvSpPr>
          <p:cNvPr id="475" name="Shape 4"/>
          <p:cNvSpPr/>
          <p:nvPr/>
        </p:nvSpPr>
        <p:spPr>
          <a:xfrm>
            <a:off x="5217120" y="2886480"/>
            <a:ext cx="4196160" cy="3476880"/>
          </a:xfrm>
          <a:prstGeom prst="roundRect">
            <a:avLst>
              <a:gd name="adj" fmla="val 979"/>
            </a:avLst>
          </a:prstGeom>
          <a:solidFill>
            <a:srgbClr val="202733"/>
          </a:solidFill>
          <a:ln w="30480">
            <a:solidFill>
              <a:srgbClr val="585f6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76" name="Text 5"/>
          <p:cNvSpPr/>
          <p:nvPr/>
        </p:nvSpPr>
        <p:spPr>
          <a:xfrm>
            <a:off x="5474160" y="3143880"/>
            <a:ext cx="2835000" cy="35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750"/>
              </a:lnSpc>
              <a:buNone/>
              <a:tabLst>
                <a:tab algn="l" pos="0"/>
              </a:tabLst>
            </a:pPr>
            <a:r>
              <a:rPr b="0" lang="en-US" sz="2200" spc="-1" strike="noStrike">
                <a:solidFill>
                  <a:srgbClr val="d6e5ef"/>
                </a:solidFill>
                <a:latin typeface="Roboto Slab"/>
                <a:ea typeface="Roboto Slab"/>
              </a:rPr>
              <a:t>Repair Operatori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477" name="Text 6"/>
          <p:cNvSpPr/>
          <p:nvPr/>
        </p:nvSpPr>
        <p:spPr>
          <a:xfrm>
            <a:off x="5474160" y="3634200"/>
            <a:ext cx="3681360" cy="14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>
              <a:lnSpc>
                <a:spcPts val="2849"/>
              </a:lnSpc>
              <a:buClr>
                <a:srgbClr val="d6e5ef"/>
              </a:buClr>
              <a:buFont typeface="Symbol" charset="2"/>
              <a:buChar char=""/>
            </a:pPr>
            <a:r>
              <a:rPr b="0" lang="en-US" sz="1750" spc="-1" strike="noStrike">
                <a:solidFill>
                  <a:srgbClr val="d6e5ef"/>
                </a:solidFill>
                <a:latin typeface="Roboto"/>
                <a:ea typeface="Roboto"/>
              </a:rPr>
              <a:t>Greedy: Ubacivanje na najjeftiniju poziciju</a:t>
            </a:r>
            <a:endParaRPr b="0" lang="en-US" sz="1750" spc="-1" strike="noStrike">
              <a:latin typeface="Arial"/>
            </a:endParaRPr>
          </a:p>
          <a:p>
            <a:pPr marL="343080" indent="-343080">
              <a:lnSpc>
                <a:spcPts val="2849"/>
              </a:lnSpc>
              <a:buClr>
                <a:srgbClr val="d6e5ef"/>
              </a:buClr>
              <a:buFont typeface="Symbol" charset="2"/>
              <a:buChar char=""/>
            </a:pPr>
            <a:r>
              <a:rPr b="0" lang="en-US" sz="1750" spc="-1" strike="noStrike">
                <a:solidFill>
                  <a:srgbClr val="d6e5ef"/>
                </a:solidFill>
                <a:latin typeface="Roboto"/>
                <a:ea typeface="Roboto"/>
              </a:rPr>
              <a:t>Regret: Prioritet korisnicima sa najvećim žaljenjem</a:t>
            </a:r>
            <a:endParaRPr b="0" lang="en-US" sz="1750" spc="-1" strike="noStrike">
              <a:latin typeface="Arial"/>
            </a:endParaRPr>
          </a:p>
        </p:txBody>
      </p:sp>
      <p:sp>
        <p:nvSpPr>
          <p:cNvPr id="478" name="Shape 7"/>
          <p:cNvSpPr/>
          <p:nvPr/>
        </p:nvSpPr>
        <p:spPr>
          <a:xfrm>
            <a:off x="9640080" y="2886480"/>
            <a:ext cx="4196160" cy="3476880"/>
          </a:xfrm>
          <a:prstGeom prst="roundRect">
            <a:avLst>
              <a:gd name="adj" fmla="val 979"/>
            </a:avLst>
          </a:prstGeom>
          <a:solidFill>
            <a:srgbClr val="202733"/>
          </a:solidFill>
          <a:ln w="30480">
            <a:solidFill>
              <a:srgbClr val="585f6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79" name="Text 8"/>
          <p:cNvSpPr/>
          <p:nvPr/>
        </p:nvSpPr>
        <p:spPr>
          <a:xfrm>
            <a:off x="9897480" y="3143880"/>
            <a:ext cx="2835000" cy="35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750"/>
              </a:lnSpc>
              <a:buNone/>
              <a:tabLst>
                <a:tab algn="l" pos="0"/>
              </a:tabLst>
            </a:pPr>
            <a:r>
              <a:rPr b="0" lang="en-US" sz="2200" spc="-1" strike="noStrike">
                <a:solidFill>
                  <a:srgbClr val="d6e5ef"/>
                </a:solidFill>
                <a:latin typeface="Roboto Slab"/>
                <a:ea typeface="Roboto Slab"/>
              </a:rPr>
              <a:t>Accept Funkcija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480" name="Text 9"/>
          <p:cNvSpPr/>
          <p:nvPr/>
        </p:nvSpPr>
        <p:spPr>
          <a:xfrm>
            <a:off x="9897480" y="3634200"/>
            <a:ext cx="3681360" cy="36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849"/>
              </a:lnSpc>
              <a:buNone/>
              <a:tabLst>
                <a:tab algn="l" pos="0"/>
              </a:tabLst>
            </a:pPr>
            <a:r>
              <a:rPr b="0" lang="en-US" sz="1750" spc="-1" strike="noStrike">
                <a:solidFill>
                  <a:srgbClr val="d6e5ef"/>
                </a:solidFill>
                <a:latin typeface="Roboto"/>
                <a:ea typeface="Roboto"/>
              </a:rPr>
              <a:t>Simulated Annealing</a:t>
            </a:r>
            <a:endParaRPr b="0" lang="en-US" sz="1750" spc="-1" strike="noStrike">
              <a:latin typeface="Arial"/>
            </a:endParaRPr>
          </a:p>
        </p:txBody>
      </p:sp>
      <p:sp>
        <p:nvSpPr>
          <p:cNvPr id="481" name="Text 10"/>
          <p:cNvSpPr/>
          <p:nvPr/>
        </p:nvSpPr>
        <p:spPr>
          <a:xfrm>
            <a:off x="9897480" y="4133160"/>
            <a:ext cx="3681360" cy="181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>
              <a:lnSpc>
                <a:spcPts val="2849"/>
              </a:lnSpc>
              <a:buClr>
                <a:srgbClr val="d6e5ef"/>
              </a:buClr>
              <a:buFont typeface="Symbol" charset="2"/>
              <a:buChar char=""/>
            </a:pPr>
            <a:r>
              <a:rPr b="0" lang="en-US" sz="1750" spc="-1" strike="noStrike">
                <a:solidFill>
                  <a:srgbClr val="d6e5ef"/>
                </a:solidFill>
                <a:latin typeface="Roboto"/>
                <a:ea typeface="Roboto"/>
              </a:rPr>
              <a:t>Dozvoljava prihvatanje lošijih rešenja</a:t>
            </a:r>
            <a:endParaRPr b="0" lang="en-US" sz="1750" spc="-1" strike="noStrike">
              <a:latin typeface="Arial"/>
            </a:endParaRPr>
          </a:p>
          <a:p>
            <a:pPr marL="343080" indent="-343080">
              <a:lnSpc>
                <a:spcPts val="2849"/>
              </a:lnSpc>
              <a:buClr>
                <a:srgbClr val="d6e5ef"/>
              </a:buClr>
              <a:buFont typeface="Symbol" charset="2"/>
              <a:buChar char=""/>
            </a:pPr>
            <a:r>
              <a:rPr b="0" lang="en-US" sz="1750" spc="-1" strike="noStrike">
                <a:solidFill>
                  <a:srgbClr val="d6e5ef"/>
                </a:solidFill>
                <a:latin typeface="Roboto"/>
                <a:ea typeface="Roboto"/>
              </a:rPr>
              <a:t>T₀=1000, α=0.95, hlađenje</a:t>
            </a:r>
            <a:endParaRPr b="0" lang="en-US" sz="1750" spc="-1" strike="noStrike">
              <a:latin typeface="Arial"/>
            </a:endParaRPr>
          </a:p>
          <a:p>
            <a:pPr marL="343080" indent="-343080">
              <a:lnSpc>
                <a:spcPts val="2849"/>
              </a:lnSpc>
              <a:buClr>
                <a:srgbClr val="d6e5ef"/>
              </a:buClr>
              <a:buFont typeface="Symbol" charset="2"/>
              <a:buChar char=""/>
            </a:pPr>
            <a:r>
              <a:rPr b="0" lang="en-US" sz="1750" spc="-1" strike="noStrike">
                <a:solidFill>
                  <a:srgbClr val="d6e5ef"/>
                </a:solidFill>
                <a:latin typeface="Roboto"/>
                <a:ea typeface="Roboto"/>
              </a:rPr>
              <a:t>Sprečava zaglavljivanje u lokalnim optimumima</a:t>
            </a:r>
            <a:endParaRPr b="0" lang="en-US" sz="17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027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Text 0"/>
          <p:cNvSpPr/>
          <p:nvPr/>
        </p:nvSpPr>
        <p:spPr>
          <a:xfrm>
            <a:off x="793800" y="2317680"/>
            <a:ext cx="577836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4450"/>
              </a:lnSpc>
              <a:buNone/>
              <a:tabLst>
                <a:tab algn="l" pos="0"/>
              </a:tabLst>
            </a:pPr>
            <a:r>
              <a:rPr b="0" lang="en-US" sz="3550" spc="-1" strike="noStrike">
                <a:solidFill>
                  <a:srgbClr val="76b9ff"/>
                </a:solidFill>
                <a:latin typeface="Roboto Slab"/>
                <a:ea typeface="Roboto Slab"/>
              </a:rPr>
              <a:t>Eksperimentalna Postavka</a:t>
            </a:r>
            <a:endParaRPr b="0" lang="en-US" sz="3550" spc="-1" strike="noStrike">
              <a:latin typeface="Arial"/>
            </a:endParaRPr>
          </a:p>
        </p:txBody>
      </p:sp>
      <p:sp>
        <p:nvSpPr>
          <p:cNvPr id="483" name="Text 1"/>
          <p:cNvSpPr/>
          <p:nvPr/>
        </p:nvSpPr>
        <p:spPr>
          <a:xfrm>
            <a:off x="793800" y="3338280"/>
            <a:ext cx="13042440" cy="217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>
              <a:lnSpc>
                <a:spcPts val="2849"/>
              </a:lnSpc>
              <a:buClr>
                <a:srgbClr val="d6e5ef"/>
              </a:buClr>
              <a:buFont typeface="Symbol" charset="2"/>
              <a:buChar char=""/>
            </a:pPr>
            <a:r>
              <a:rPr b="0" lang="en-US" sz="1750" spc="-1" strike="noStrike">
                <a:solidFill>
                  <a:srgbClr val="d6e5ef"/>
                </a:solidFill>
                <a:latin typeface="Roboto"/>
                <a:ea typeface="Roboto"/>
              </a:rPr>
              <a:t>Test instance: Set A (CVRPLIB biblioteka)</a:t>
            </a:r>
            <a:endParaRPr b="0" lang="en-US" sz="1750" spc="-1" strike="noStrike">
              <a:latin typeface="Arial"/>
            </a:endParaRPr>
          </a:p>
          <a:p>
            <a:pPr marL="343080" indent="-343080">
              <a:lnSpc>
                <a:spcPts val="2849"/>
              </a:lnSpc>
              <a:buClr>
                <a:srgbClr val="d6e5ef"/>
              </a:buClr>
              <a:buFont typeface="Symbol" charset="2"/>
              <a:buChar char=""/>
            </a:pPr>
            <a:r>
              <a:rPr b="0" lang="en-US" sz="1750" spc="-1" strike="noStrike">
                <a:solidFill>
                  <a:srgbClr val="d6e5ef"/>
                </a:solidFill>
                <a:latin typeface="Roboto"/>
                <a:ea typeface="Roboto"/>
              </a:rPr>
              <a:t>Veličina: 32 - 80 čvorova (sa poznatim optimalnim rešenjima)</a:t>
            </a:r>
            <a:endParaRPr b="0" lang="en-US" sz="1750" spc="-1" strike="noStrike">
              <a:latin typeface="Arial"/>
            </a:endParaRPr>
          </a:p>
          <a:p>
            <a:pPr marL="343080" indent="-343080">
              <a:lnSpc>
                <a:spcPts val="2849"/>
              </a:lnSpc>
              <a:buClr>
                <a:srgbClr val="d6e5ef"/>
              </a:buClr>
              <a:buFont typeface="Symbol" charset="2"/>
              <a:buChar char=""/>
            </a:pPr>
            <a:r>
              <a:rPr b="0" lang="en-US" sz="1750" spc="-1" strike="noStrike">
                <a:solidFill>
                  <a:srgbClr val="d6e5ef"/>
                </a:solidFill>
                <a:latin typeface="Roboto"/>
                <a:ea typeface="Roboto"/>
              </a:rPr>
              <a:t>Konfiguracija:</a:t>
            </a:r>
            <a:endParaRPr b="0" lang="en-US" sz="1750" spc="-1" strike="noStrike">
              <a:latin typeface="Arial"/>
            </a:endParaRPr>
          </a:p>
          <a:p>
            <a:pPr lvl="1" marL="685800" indent="-343080">
              <a:lnSpc>
                <a:spcPts val="2849"/>
              </a:lnSpc>
              <a:buClr>
                <a:srgbClr val="d6e5ef"/>
              </a:buClr>
              <a:buFont typeface="StarSymbol"/>
              <a:buChar char="◦"/>
            </a:pPr>
            <a:r>
              <a:rPr b="0" lang="en-US" sz="1750" spc="-1" strike="noStrike">
                <a:solidFill>
                  <a:srgbClr val="d6e5ef"/>
                </a:solidFill>
                <a:latin typeface="Roboto"/>
                <a:ea typeface="Roboto"/>
              </a:rPr>
              <a:t>3000 iteracija po izvršavanju</a:t>
            </a:r>
            <a:endParaRPr b="0" lang="en-US" sz="1750" spc="-1" strike="noStrike">
              <a:latin typeface="Arial"/>
            </a:endParaRPr>
          </a:p>
          <a:p>
            <a:pPr lvl="1" marL="685800" indent="-343080">
              <a:lnSpc>
                <a:spcPts val="2849"/>
              </a:lnSpc>
              <a:buClr>
                <a:srgbClr val="d6e5ef"/>
              </a:buClr>
              <a:buFont typeface="StarSymbol"/>
              <a:buChar char="◦"/>
            </a:pPr>
            <a:r>
              <a:rPr b="0" lang="en-US" sz="1750" spc="-1" strike="noStrike">
                <a:solidFill>
                  <a:srgbClr val="d6e5ef"/>
                </a:solidFill>
                <a:latin typeface="Roboto"/>
                <a:ea typeface="Roboto"/>
              </a:rPr>
              <a:t>10 nezavisnih pokretanja po instanci</a:t>
            </a:r>
            <a:endParaRPr b="0" lang="en-US" sz="1750" spc="-1" strike="noStrike">
              <a:latin typeface="Arial"/>
            </a:endParaRPr>
          </a:p>
          <a:p>
            <a:pPr lvl="1" marL="685800" indent="-343080">
              <a:lnSpc>
                <a:spcPts val="2849"/>
              </a:lnSpc>
              <a:buClr>
                <a:srgbClr val="d6e5ef"/>
              </a:buClr>
              <a:buFont typeface="StarSymbol"/>
              <a:buChar char="◦"/>
            </a:pPr>
            <a:r>
              <a:rPr b="0" lang="en-US" sz="1750" spc="-1" strike="noStrike">
                <a:solidFill>
                  <a:srgbClr val="d6e5ef"/>
                </a:solidFill>
                <a:latin typeface="Roboto"/>
                <a:ea typeface="Roboto"/>
              </a:rPr>
              <a:t>Analiza najboljeg rezultata</a:t>
            </a:r>
            <a:endParaRPr b="0" lang="en-US" sz="17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027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Text 0"/>
          <p:cNvSpPr/>
          <p:nvPr/>
        </p:nvSpPr>
        <p:spPr>
          <a:xfrm>
            <a:off x="793800" y="686160"/>
            <a:ext cx="4309200" cy="53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4201"/>
              </a:lnSpc>
              <a:buNone/>
              <a:tabLst>
                <a:tab algn="l" pos="0"/>
              </a:tabLst>
            </a:pPr>
            <a:r>
              <a:rPr b="1" lang="en-US" sz="3350" spc="-1" strike="noStrike">
                <a:solidFill>
                  <a:srgbClr val="76b9ff"/>
                </a:solidFill>
                <a:latin typeface="Roboto Slab"/>
                <a:ea typeface="Roboto Slab"/>
              </a:rPr>
              <a:t>Vreme izvršavanja</a:t>
            </a:r>
            <a:endParaRPr b="0" lang="en-US" sz="3350" spc="-1" strike="noStrike">
              <a:latin typeface="Arial"/>
            </a:endParaRPr>
          </a:p>
        </p:txBody>
      </p:sp>
      <p:pic>
        <p:nvPicPr>
          <p:cNvPr id="485" name="Image 0" descr="preencoded.png"/>
          <p:cNvPicPr/>
          <p:nvPr/>
        </p:nvPicPr>
        <p:blipFill>
          <a:blip r:embed="rId1"/>
          <a:stretch/>
        </p:blipFill>
        <p:spPr>
          <a:xfrm>
            <a:off x="793800" y="1634040"/>
            <a:ext cx="8295840" cy="4119840"/>
          </a:xfrm>
          <a:prstGeom prst="rect">
            <a:avLst/>
          </a:prstGeom>
          <a:ln w="0">
            <a:noFill/>
          </a:ln>
        </p:spPr>
      </p:pic>
      <p:sp>
        <p:nvSpPr>
          <p:cNvPr id="486" name="Text 1"/>
          <p:cNvSpPr/>
          <p:nvPr/>
        </p:nvSpPr>
        <p:spPr>
          <a:xfrm>
            <a:off x="793800" y="5984280"/>
            <a:ext cx="13042440" cy="134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>
              <a:lnSpc>
                <a:spcPts val="2599"/>
              </a:lnSpc>
              <a:buClr>
                <a:srgbClr val="d6e5ef"/>
              </a:buClr>
              <a:buFont typeface="Symbol" charset="2"/>
              <a:buChar char=""/>
            </a:pPr>
            <a:r>
              <a:rPr b="0" lang="en-US" sz="1650" spc="-1" strike="noStrike">
                <a:solidFill>
                  <a:srgbClr val="d6e5ef"/>
                </a:solidFill>
                <a:latin typeface="Roboto"/>
                <a:ea typeface="Roboto"/>
              </a:rPr>
              <a:t>Basic LNS: brži i stabilniji.</a:t>
            </a:r>
            <a:endParaRPr b="0" lang="en-US" sz="1650" spc="-1" strike="noStrike">
              <a:latin typeface="Arial"/>
            </a:endParaRPr>
          </a:p>
          <a:p>
            <a:pPr marL="343080" indent="-343080">
              <a:lnSpc>
                <a:spcPts val="2599"/>
              </a:lnSpc>
              <a:buClr>
                <a:srgbClr val="d6e5ef"/>
              </a:buClr>
              <a:buFont typeface="Symbol" charset="2"/>
              <a:buChar char=""/>
            </a:pPr>
            <a:r>
              <a:rPr b="0" lang="en-US" sz="1650" spc="-1" strike="noStrike">
                <a:solidFill>
                  <a:srgbClr val="d6e5ef"/>
                </a:solidFill>
                <a:latin typeface="Roboto"/>
                <a:ea typeface="Roboto"/>
              </a:rPr>
              <a:t>Adaptive LNS: sporiji zbog adaptivnog mehanizma.</a:t>
            </a:r>
            <a:endParaRPr b="0" lang="en-US" sz="1650" spc="-1" strike="noStrike">
              <a:latin typeface="Arial"/>
            </a:endParaRPr>
          </a:p>
          <a:p>
            <a:pPr marL="343080" indent="-343080">
              <a:lnSpc>
                <a:spcPts val="2599"/>
              </a:lnSpc>
              <a:buClr>
                <a:srgbClr val="d6e5ef"/>
              </a:buClr>
              <a:buFont typeface="Symbol" charset="2"/>
              <a:buChar char=""/>
            </a:pPr>
            <a:r>
              <a:rPr b="0" lang="en-US" sz="1650" spc="-1" strike="noStrike">
                <a:solidFill>
                  <a:srgbClr val="d6e5ef"/>
                </a:solidFill>
                <a:latin typeface="Roboto"/>
                <a:ea typeface="Roboto"/>
              </a:rPr>
              <a:t>Razlika u vremenu vidljiva kod većih instanci.</a:t>
            </a:r>
            <a:endParaRPr b="0" lang="en-US" sz="1650" spc="-1" strike="noStrike">
              <a:latin typeface="Arial"/>
            </a:endParaRPr>
          </a:p>
          <a:p>
            <a:pPr marL="343080" indent="-343080">
              <a:lnSpc>
                <a:spcPts val="2599"/>
              </a:lnSpc>
              <a:buClr>
                <a:srgbClr val="d6e5ef"/>
              </a:buClr>
              <a:buFont typeface="Symbol" charset="2"/>
              <a:buChar char=""/>
            </a:pPr>
            <a:r>
              <a:rPr b="0" lang="en-US" sz="1650" spc="-1" strike="noStrike">
                <a:solidFill>
                  <a:srgbClr val="d6e5ef"/>
                </a:solidFill>
                <a:latin typeface="Roboto"/>
                <a:ea typeface="Roboto"/>
              </a:rPr>
              <a:t>Ukupno vreme izvršavanja ostaje prihvatljivo.</a:t>
            </a:r>
            <a:endParaRPr b="0" lang="en-US" sz="16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027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Text 0"/>
          <p:cNvSpPr/>
          <p:nvPr/>
        </p:nvSpPr>
        <p:spPr>
          <a:xfrm>
            <a:off x="793800" y="703080"/>
            <a:ext cx="736956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4450"/>
              </a:lnSpc>
              <a:buNone/>
              <a:tabLst>
                <a:tab algn="l" pos="0"/>
              </a:tabLst>
            </a:pPr>
            <a:r>
              <a:rPr b="1" lang="en-US" sz="3550" spc="-1" strike="noStrike">
                <a:solidFill>
                  <a:srgbClr val="76b9ff"/>
                </a:solidFill>
                <a:latin typeface="Roboto Slab"/>
                <a:ea typeface="Roboto Slab"/>
              </a:rPr>
              <a:t>Odstupanje od optimalnog rešenja</a:t>
            </a:r>
            <a:endParaRPr b="0" lang="en-US" sz="3550" spc="-1" strike="noStrike">
              <a:latin typeface="Arial"/>
            </a:endParaRPr>
          </a:p>
        </p:txBody>
      </p:sp>
      <p:pic>
        <p:nvPicPr>
          <p:cNvPr id="488" name="Image 0" descr="preencoded.png"/>
          <p:cNvPicPr/>
          <p:nvPr/>
        </p:nvPicPr>
        <p:blipFill>
          <a:blip r:embed="rId1"/>
          <a:stretch/>
        </p:blipFill>
        <p:spPr>
          <a:xfrm>
            <a:off x="793800" y="1723680"/>
            <a:ext cx="8732520" cy="4299840"/>
          </a:xfrm>
          <a:prstGeom prst="rect">
            <a:avLst/>
          </a:prstGeom>
          <a:ln w="0">
            <a:noFill/>
          </a:ln>
        </p:spPr>
      </p:pic>
      <p:sp>
        <p:nvSpPr>
          <p:cNvPr id="489" name="Text 1"/>
          <p:cNvSpPr/>
          <p:nvPr/>
        </p:nvSpPr>
        <p:spPr>
          <a:xfrm>
            <a:off x="793800" y="6279120"/>
            <a:ext cx="13042440" cy="108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>
              <a:lnSpc>
                <a:spcPts val="2849"/>
              </a:lnSpc>
              <a:buClr>
                <a:srgbClr val="d6e5ef"/>
              </a:buClr>
              <a:buFont typeface="Symbol" charset="2"/>
              <a:buChar char=""/>
            </a:pPr>
            <a:r>
              <a:rPr b="0" lang="en-US" sz="1750" spc="-1" strike="noStrike">
                <a:solidFill>
                  <a:srgbClr val="d6e5ef"/>
                </a:solidFill>
                <a:latin typeface="Roboto"/>
                <a:ea typeface="Roboto"/>
              </a:rPr>
              <a:t>Adaptive LNS je superiorniji, posebno kod većih instanci.</a:t>
            </a:r>
            <a:endParaRPr b="0" lang="en-US" sz="1750" spc="-1" strike="noStrike">
              <a:latin typeface="Arial"/>
            </a:endParaRPr>
          </a:p>
          <a:p>
            <a:pPr marL="343080" indent="-343080">
              <a:lnSpc>
                <a:spcPts val="2849"/>
              </a:lnSpc>
              <a:buClr>
                <a:srgbClr val="d6e5ef"/>
              </a:buClr>
              <a:buFont typeface="Symbol" charset="2"/>
              <a:buChar char=""/>
            </a:pPr>
            <a:r>
              <a:rPr b="0" lang="en-US" sz="1750" spc="-1" strike="noStrike">
                <a:solidFill>
                  <a:srgbClr val="d6e5ef"/>
                </a:solidFill>
                <a:latin typeface="Roboto"/>
                <a:ea typeface="Roboto"/>
              </a:rPr>
              <a:t>Basic LNS je konkurentan na manjim instancama.</a:t>
            </a:r>
            <a:endParaRPr b="0" lang="en-US" sz="1750" spc="-1" strike="noStrike">
              <a:latin typeface="Arial"/>
            </a:endParaRPr>
          </a:p>
          <a:p>
            <a:pPr marL="343080" indent="-343080">
              <a:lnSpc>
                <a:spcPts val="2849"/>
              </a:lnSpc>
              <a:buClr>
                <a:srgbClr val="d6e5ef"/>
              </a:buClr>
              <a:buFont typeface="Symbol" charset="2"/>
              <a:buChar char=""/>
            </a:pPr>
            <a:r>
              <a:rPr b="0" lang="en-US" sz="1750" spc="-1" strike="noStrike">
                <a:solidFill>
                  <a:srgbClr val="d6e5ef"/>
                </a:solidFill>
                <a:latin typeface="Roboto"/>
                <a:ea typeface="Roboto"/>
              </a:rPr>
              <a:t>Performanse Basic LNS metode zavise od izbora operatora.</a:t>
            </a:r>
            <a:endParaRPr b="0" lang="en-US" sz="17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027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Text 0"/>
          <p:cNvSpPr/>
          <p:nvPr/>
        </p:nvSpPr>
        <p:spPr>
          <a:xfrm>
            <a:off x="793800" y="729000"/>
            <a:ext cx="4477680" cy="45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3549"/>
              </a:lnSpc>
              <a:buNone/>
              <a:tabLst>
                <a:tab algn="l" pos="0"/>
              </a:tabLst>
            </a:pPr>
            <a:r>
              <a:rPr b="1" lang="en-US" sz="2850" spc="-1" strike="noStrike">
                <a:solidFill>
                  <a:srgbClr val="76b9ff"/>
                </a:solidFill>
                <a:latin typeface="Roboto Slab"/>
                <a:ea typeface="Roboto Slab"/>
              </a:rPr>
              <a:t>Konvergencija algoritama</a:t>
            </a:r>
            <a:endParaRPr b="0" lang="en-US" sz="2850" spc="-1" strike="noStrike">
              <a:latin typeface="Arial"/>
            </a:endParaRPr>
          </a:p>
        </p:txBody>
      </p:sp>
      <p:pic>
        <p:nvPicPr>
          <p:cNvPr id="491" name="Image 0" descr="preencoded.png"/>
          <p:cNvPicPr/>
          <p:nvPr/>
        </p:nvPicPr>
        <p:blipFill>
          <a:blip r:embed="rId1"/>
          <a:stretch/>
        </p:blipFill>
        <p:spPr>
          <a:xfrm>
            <a:off x="793800" y="1472760"/>
            <a:ext cx="6985800" cy="4978800"/>
          </a:xfrm>
          <a:prstGeom prst="rect">
            <a:avLst/>
          </a:prstGeom>
          <a:ln w="0">
            <a:noFill/>
          </a:ln>
        </p:spPr>
      </p:pic>
      <p:sp>
        <p:nvSpPr>
          <p:cNvPr id="492" name="Text 1"/>
          <p:cNvSpPr/>
          <p:nvPr/>
        </p:nvSpPr>
        <p:spPr>
          <a:xfrm>
            <a:off x="793800" y="6615360"/>
            <a:ext cx="13042440" cy="78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>
              <a:lnSpc>
                <a:spcPts val="2049"/>
              </a:lnSpc>
              <a:buClr>
                <a:srgbClr val="d6e5ef"/>
              </a:buClr>
              <a:buFont typeface="Symbol" charset="2"/>
              <a:buChar char=""/>
            </a:pPr>
            <a:r>
              <a:rPr b="0" lang="en-US" sz="1400" spc="-1" strike="noStrike">
                <a:solidFill>
                  <a:srgbClr val="d6e5ef"/>
                </a:solidFill>
                <a:latin typeface="Roboto"/>
                <a:ea typeface="Roboto"/>
              </a:rPr>
              <a:t>Male instance: brza konvergencija oba algoritma</a:t>
            </a:r>
            <a:endParaRPr b="0" lang="en-US" sz="1400" spc="-1" strike="noStrike">
              <a:latin typeface="Arial"/>
            </a:endParaRPr>
          </a:p>
          <a:p>
            <a:pPr marL="343080" indent="-343080">
              <a:lnSpc>
                <a:spcPts val="2049"/>
              </a:lnSpc>
              <a:buClr>
                <a:srgbClr val="d6e5ef"/>
              </a:buClr>
              <a:buFont typeface="Symbol" charset="2"/>
              <a:buChar char=""/>
            </a:pPr>
            <a:r>
              <a:rPr b="0" lang="en-US" sz="1400" spc="-1" strike="noStrike">
                <a:solidFill>
                  <a:srgbClr val="d6e5ef"/>
                </a:solidFill>
                <a:latin typeface="Roboto"/>
                <a:ea typeface="Roboto"/>
              </a:rPr>
              <a:t>Velike instance: Adaptive stabilniji</a:t>
            </a:r>
            <a:endParaRPr b="0" lang="en-US" sz="1400" spc="-1" strike="noStrike">
              <a:latin typeface="Arial"/>
            </a:endParaRPr>
          </a:p>
          <a:p>
            <a:pPr marL="343080" indent="-343080">
              <a:lnSpc>
                <a:spcPts val="2049"/>
              </a:lnSpc>
              <a:buClr>
                <a:srgbClr val="d6e5ef"/>
              </a:buClr>
              <a:buFont typeface="Symbol" charset="2"/>
              <a:buChar char=""/>
            </a:pPr>
            <a:r>
              <a:rPr b="0" lang="en-US" sz="1400" spc="-1" strike="noStrike">
                <a:solidFill>
                  <a:srgbClr val="d6e5ef"/>
                </a:solidFill>
                <a:latin typeface="Roboto"/>
                <a:ea typeface="Roboto"/>
              </a:rPr>
              <a:t>Adaptive: početno istraživanje, kasnije eksploatacija</a:t>
            </a:r>
            <a:endParaRPr b="0" lang="en-US" sz="1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027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Text 0"/>
          <p:cNvSpPr/>
          <p:nvPr/>
        </p:nvSpPr>
        <p:spPr>
          <a:xfrm>
            <a:off x="793800" y="1875240"/>
            <a:ext cx="453600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4450"/>
              </a:lnSpc>
              <a:buNone/>
              <a:tabLst>
                <a:tab algn="l" pos="0"/>
              </a:tabLst>
            </a:pPr>
            <a:r>
              <a:rPr b="0" lang="en-US" sz="3550" spc="-1" strike="noStrike">
                <a:solidFill>
                  <a:srgbClr val="76b9ff"/>
                </a:solidFill>
                <a:latin typeface="Roboto Slab"/>
                <a:ea typeface="Roboto Slab"/>
              </a:rPr>
              <a:t>Zaključci</a:t>
            </a:r>
            <a:endParaRPr b="0" lang="en-US" sz="3550" spc="-1" strike="noStrike">
              <a:latin typeface="Arial"/>
            </a:endParaRPr>
          </a:p>
        </p:txBody>
      </p:sp>
      <p:sp>
        <p:nvSpPr>
          <p:cNvPr id="494" name="Text 1"/>
          <p:cNvSpPr/>
          <p:nvPr/>
        </p:nvSpPr>
        <p:spPr>
          <a:xfrm>
            <a:off x="793800" y="2895840"/>
            <a:ext cx="13042440" cy="290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>
              <a:lnSpc>
                <a:spcPts val="2849"/>
              </a:lnSpc>
              <a:buClr>
                <a:srgbClr val="d6e5ef"/>
              </a:buClr>
              <a:buFont typeface="Symbol" charset="2"/>
              <a:buChar char=""/>
            </a:pPr>
            <a:r>
              <a:rPr b="0" lang="en-US" sz="1750" spc="-1" strike="noStrike">
                <a:solidFill>
                  <a:srgbClr val="d6e5ef"/>
                </a:solidFill>
                <a:latin typeface="Roboto"/>
                <a:ea typeface="Roboto"/>
              </a:rPr>
              <a:t>LNS je efikasan pristup za rešavanje CVRP problema.</a:t>
            </a:r>
            <a:endParaRPr b="0" lang="en-US" sz="1750" spc="-1" strike="noStrike">
              <a:latin typeface="Arial"/>
            </a:endParaRPr>
          </a:p>
          <a:p>
            <a:pPr marL="343080" indent="-343080">
              <a:lnSpc>
                <a:spcPts val="2849"/>
              </a:lnSpc>
              <a:buClr>
                <a:srgbClr val="d6e5ef"/>
              </a:buClr>
              <a:buFont typeface="Symbol" charset="2"/>
              <a:buChar char=""/>
            </a:pPr>
            <a:r>
              <a:rPr b="0" lang="en-US" sz="1750" spc="-1" strike="noStrike">
                <a:solidFill>
                  <a:srgbClr val="d6e5ef"/>
                </a:solidFill>
                <a:latin typeface="Roboto"/>
                <a:ea typeface="Roboto"/>
              </a:rPr>
              <a:t>Adaptive LNS je robusniji i postiže bolje rezultate na većim instancama.</a:t>
            </a:r>
            <a:endParaRPr b="0" lang="en-US" sz="1750" spc="-1" strike="noStrike">
              <a:latin typeface="Arial"/>
            </a:endParaRPr>
          </a:p>
          <a:p>
            <a:pPr marL="343080" indent="-343080">
              <a:lnSpc>
                <a:spcPts val="2849"/>
              </a:lnSpc>
              <a:buClr>
                <a:srgbClr val="d6e5ef"/>
              </a:buClr>
              <a:buFont typeface="Symbol" charset="2"/>
              <a:buChar char=""/>
            </a:pPr>
            <a:r>
              <a:rPr b="0" lang="en-US" sz="1750" spc="-1" strike="noStrike">
                <a:solidFill>
                  <a:srgbClr val="d6e5ef"/>
                </a:solidFill>
                <a:latin typeface="Roboto"/>
                <a:ea typeface="Roboto"/>
              </a:rPr>
              <a:t>Basic LNS je brži i pogodan kada je poznata dobra kombinacija operatora.</a:t>
            </a:r>
            <a:endParaRPr b="0" lang="en-US" sz="1750" spc="-1" strike="noStrike">
              <a:latin typeface="Arial"/>
            </a:endParaRPr>
          </a:p>
          <a:p>
            <a:pPr marL="343080" indent="-343080">
              <a:lnSpc>
                <a:spcPts val="2849"/>
              </a:lnSpc>
              <a:buClr>
                <a:srgbClr val="d6e5ef"/>
              </a:buClr>
              <a:buFont typeface="Symbol" charset="2"/>
              <a:buChar char=""/>
            </a:pPr>
            <a:r>
              <a:rPr b="0" lang="en-US" sz="1750" spc="-1" strike="noStrike">
                <a:solidFill>
                  <a:srgbClr val="d6e5ef"/>
                </a:solidFill>
                <a:latin typeface="Roboto"/>
                <a:ea typeface="Roboto"/>
              </a:rPr>
              <a:t>Testirano na Set A instancama (32-80 čvorova).</a:t>
            </a:r>
            <a:endParaRPr b="0" lang="en-US" sz="1750" spc="-1" strike="noStrike">
              <a:latin typeface="Arial"/>
            </a:endParaRPr>
          </a:p>
          <a:p>
            <a:pPr marL="343080" indent="-343080">
              <a:lnSpc>
                <a:spcPts val="2849"/>
              </a:lnSpc>
              <a:buClr>
                <a:srgbClr val="d6e5ef"/>
              </a:buClr>
              <a:buFont typeface="Symbol" charset="2"/>
              <a:buChar char=""/>
            </a:pPr>
            <a:r>
              <a:rPr b="0" lang="en-US" sz="1750" spc="-1" strike="noStrike">
                <a:solidFill>
                  <a:srgbClr val="d6e5ef"/>
                </a:solidFill>
                <a:latin typeface="Roboto"/>
                <a:ea typeface="Roboto"/>
              </a:rPr>
              <a:t>Moguća unapređenja:</a:t>
            </a:r>
            <a:endParaRPr b="0" lang="en-US" sz="1750" spc="-1" strike="noStrike">
              <a:latin typeface="Arial"/>
            </a:endParaRPr>
          </a:p>
          <a:p>
            <a:pPr lvl="1" marL="685800" indent="-343080">
              <a:lnSpc>
                <a:spcPts val="2849"/>
              </a:lnSpc>
              <a:buClr>
                <a:srgbClr val="d6e5ef"/>
              </a:buClr>
              <a:buFont typeface="StarSymbol"/>
              <a:buChar char="◦"/>
            </a:pPr>
            <a:r>
              <a:rPr b="0" lang="en-US" sz="1750" spc="-1" strike="noStrike">
                <a:solidFill>
                  <a:srgbClr val="d6e5ef"/>
                </a:solidFill>
                <a:latin typeface="Roboto"/>
                <a:ea typeface="Roboto"/>
              </a:rPr>
              <a:t>Veći broj iteracija.</a:t>
            </a:r>
            <a:endParaRPr b="0" lang="en-US" sz="1750" spc="-1" strike="noStrike">
              <a:latin typeface="Arial"/>
            </a:endParaRPr>
          </a:p>
          <a:p>
            <a:pPr lvl="1" marL="685800" indent="-343080">
              <a:lnSpc>
                <a:spcPts val="2849"/>
              </a:lnSpc>
              <a:buClr>
                <a:srgbClr val="d6e5ef"/>
              </a:buClr>
              <a:buFont typeface="StarSymbol"/>
              <a:buChar char="◦"/>
            </a:pPr>
            <a:r>
              <a:rPr b="0" lang="en-US" sz="1750" spc="-1" strike="noStrike">
                <a:solidFill>
                  <a:srgbClr val="d6e5ef"/>
                </a:solidFill>
                <a:latin typeface="Roboto"/>
                <a:ea typeface="Roboto"/>
              </a:rPr>
              <a:t>Novi destroy/repair operatori.</a:t>
            </a:r>
            <a:endParaRPr b="0" lang="en-US" sz="1750" spc="-1" strike="noStrike">
              <a:latin typeface="Arial"/>
            </a:endParaRPr>
          </a:p>
          <a:p>
            <a:pPr lvl="1" marL="685800" indent="-343080">
              <a:lnSpc>
                <a:spcPts val="2849"/>
              </a:lnSpc>
              <a:buClr>
                <a:srgbClr val="d6e5ef"/>
              </a:buClr>
              <a:buFont typeface="StarSymbol"/>
              <a:buChar char="◦"/>
            </a:pPr>
            <a:r>
              <a:rPr b="0" lang="en-US" sz="1750" spc="-1" strike="noStrike">
                <a:solidFill>
                  <a:srgbClr val="d6e5ef"/>
                </a:solidFill>
                <a:latin typeface="Roboto"/>
                <a:ea typeface="Roboto"/>
              </a:rPr>
              <a:t>Paralelizacija za veće instance.</a:t>
            </a:r>
            <a:endParaRPr b="0" lang="en-US" sz="17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8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9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10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1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1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2026-02-09T15:56:13Z</dcterms:created>
  <dc:creator/>
  <dc:description/>
  <dc:language>en-US</dc:language>
  <cp:lastModifiedBy/>
  <dcterms:modified xsi:type="dcterms:W3CDTF">2026-02-09T18:08:07Z</dcterms:modified>
  <cp:revision>3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10</vt:i4>
  </property>
  <property fmtid="{D5CDD505-2E9C-101B-9397-08002B2CF9AE}" pid="3" name="PresentationFormat">
    <vt:lpwstr>On-screen Show (16:9)</vt:lpwstr>
  </property>
  <property fmtid="{D5CDD505-2E9C-101B-9397-08002B2CF9AE}" pid="4" name="Slides">
    <vt:i4>10</vt:i4>
  </property>
</Properties>
</file>